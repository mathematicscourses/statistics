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sldIdLst>
    <p:sldId id="299" r:id="rId3"/>
    <p:sldId id="314" r:id="rId4"/>
    <p:sldId id="327" r:id="rId5"/>
    <p:sldId id="328" r:id="rId6"/>
    <p:sldId id="338" r:id="rId7"/>
    <p:sldId id="337" r:id="rId8"/>
    <p:sldId id="336" r:id="rId9"/>
    <p:sldId id="335" r:id="rId10"/>
    <p:sldId id="334" r:id="rId11"/>
    <p:sldId id="343" r:id="rId12"/>
    <p:sldId id="342" r:id="rId13"/>
    <p:sldId id="347" r:id="rId14"/>
    <p:sldId id="346" r:id="rId15"/>
    <p:sldId id="345" r:id="rId16"/>
    <p:sldId id="344" r:id="rId17"/>
    <p:sldId id="351" r:id="rId18"/>
    <p:sldId id="350" r:id="rId19"/>
    <p:sldId id="349" r:id="rId20"/>
    <p:sldId id="348" r:id="rId21"/>
  </p:sldIdLst>
  <p:sldSz cx="9144000" cy="6858000" type="screen4x3"/>
  <p:notesSz cx="6858000" cy="9144000"/>
  <p:defaultTextStyle>
    <a:defPPr>
      <a:defRPr lang="da-DK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3618"/>
    <a:srgbClr val="F50736"/>
    <a:srgbClr val="000000"/>
    <a:srgbClr val="FF5B5B"/>
    <a:srgbClr val="FF3300"/>
    <a:srgbClr val="A20000"/>
    <a:srgbClr val="920000"/>
    <a:srgbClr val="FF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4633" autoAdjust="0"/>
  </p:normalViewPr>
  <p:slideViewPr>
    <p:cSldViewPr snapToGrid="0">
      <p:cViewPr>
        <p:scale>
          <a:sx n="100" d="100"/>
          <a:sy n="100" d="100"/>
        </p:scale>
        <p:origin x="-1932" y="-318"/>
      </p:cViewPr>
      <p:guideLst>
        <p:guide orient="horz" pos="4319"/>
        <p:guide pos="55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25:58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8167 6932,'0'-18,"0"1,17 17,1-18,0 18,-18-17,17-1,1 18,0 0,-18-18,17 18,1 0,0 0,-1 0,18 0,-17 0,0 0,17 0,-17 36,17-19,-17 36,35 0,-18 0,-18-18,1-17,-18 35,18-36,17 36,-35-35,18 17,-18-17,0 0,0-1,0 1,0-1,0 1,0 0,0-1,0 1,17 17,-17-17,0 0,0 52,18-52,0-1,-18 19,0 17,17-36,-17 1,35 17,-17 0,0-17,-1-18,19 0,-1 18,-17-18,-1 0,1 0,-1 0,1 0,-18-18,-35 18,17 0,-17 0,17 0,-17 0,17 18,-17-18,17 17,1 19,-18-19,17 1,-35 35,35-36,-17 19,17-1,1-17,-18 17,17-17,18-1,0 1,-18-18,18 17,0 1,-17 0,17 17,0 0,0-17,-18 17,18-17,0 35,0-18,0 0,0 1,-18-1,18 0,0 18,0-18,-35 1,35-19,0 19,0-1,-18 0,1-17,17 17,-18-17,0-1,1 19,-1-19,1 1,-1 17,-17-17,17 17,-17-17,-1-1,-16 19,16-19,-17 19,0-19,-17 1,-1 35,18-36,-35-17,18 18,-19 17,19-35,17 0,18 0,17 0,0 0,18-17,18-1,0 18,-1-18</inkml:trace>
  <inkml:trace contextRef="#ctx0" brushRef="#br0" timeOffset="2063.206">9384 7867,'0'-18,"18"18,-1 0,1-35,-1 0,1 17,17-17,-17 0,0 17,-1 0,1 1,0-1,-1 18,1 0,-1 0,19 0,-19 0,1 0,0 18,-1-1,1 19,-18-1,0 18,35 0,-35-36,0 36,0-17,0-19,0 36,0-18,0 1,-17-19,-19 36,19-35,-19 52,1-34,0-1,17 0,-35 18,36-18,-1-17,-17 35,17-35,18-1,-18-17,1 0,17 18,-18-18,18-18,0-17,0 17,0-17,18 17,-1 18,1 0,0 0,-1 0,1 0,0 18,17 0,0-1,-17 1,-1 0,19-1,-36 1,35-18,18 18,-18-1,1 18,-19-17,36 0,-35-1,17 1,-35 0,18-18</inkml:trace>
  <inkml:trace contextRef="#ctx0" brushRef="#br0" timeOffset="3950.8199">10478 8132,'17'0,"-17"17,0 36,18-53,-18 35,0 18,0-17,0-19,0 18,17-17,1 0,0-1,17-52,-35 0,0-18,18 0,-18 18,17-1,1 1,-18 18,18 17,-18 17,17 18,-17 1,35-1,-35 18,18-18,0-17,-18-1,17-17,1 0,0 0,-1 0,19 0,-36-35,0 0,0 17,0-17,0-18,0 18,0 17,0 1</inkml:trace>
  <inkml:trace contextRef="#ctx0" brushRef="#br0" timeOffset="6303.4567">11307 8149,'0'-17,"0"-1,-18 18,0 0,1 0,-1 0,-17 18,17-1,0-17,18 18,-17-1,17 1,0 17,0-17,0 17,0-17,0 17,0-17,0-1,17 19,1-36,0 0,-1 0,36 0,-53-18,18-17,-18 17,18-17,-1 17,1 1,-18-1,0 0,0-17,0 17,0 36,0 17,0-17,0 17,0-17,0 17,17-35,-17 18,18-1,0-17,-1 18</inkml:trace>
  <inkml:trace contextRef="#ctx0" brushRef="#br0" timeOffset="8062.81">11571 8202,'0'-18,"0"36,0 0,0 17,0 0,18-17,-1 0,1-1,-18 1,18-18,-1 0,1 0,0 0,-1 0,1 0,-18-35,0 17,0 0,0 1,0-1,0 0,0 1,0-1,0 0,0 1,0-1,0 36,0 35,0-18,0-17,0 35,0-36,0 36,0-18,0 1,0-1,0-17,0 17,0-17,0-1,0 1,0-1,0 1,0 0,0-1,0 19,-18-19,1 1,-1-18,0 0,1 0,-1 0,0 0,1 0</inkml:trace>
  <inkml:trace contextRef="#ctx0" brushRef="#br0" timeOffset="9910.7267">12153 8167,'0'-18,"0"1,0-1,0 0,0 1,-17 17,-1 0,0 0,-17 0,17 0,1-18,-1 18,0 0,1 0,-1 0,1 18,-1-1,18 1,-18-18,18 18,0-1,0 1,0-1,0 1,0 0,0-1,0 1,0 0,18-18,0 0,-1 17,1-17,-1 18,1-18,0 18,-1-1,-17 1,18-1,0 1,-18 0,0-1,-36-17,19 18,-19-18,19 0,-36 0,35 0,-17 0,17 0,-17 0,0 0,17 0,1 0</inkml:trace>
  <inkml:trace contextRef="#ctx0" brushRef="#br0" timeOffset="15895.0021">6579 11077,'18'0,"17"0,-17 0,0 0,17 18,0-18,0 0,18 0,18 0,70 0,-18 0,71 0,-17 0,17 0,35 0,0 0,-17 0,53 0,-54 0,1 0,-18 0,18 0,-18 0,-35 0,17 0,-35 0,0 18,0 17,-35-35,35 0,-35 0,35 0,-17 0,17 0,-35 0,35 0,-36 0,37 0,-19 0,18 0,-17 17,-36-17,71 18,-71 0,18 17,-36-35,54 18,-36-1,18-17,-18 0,71 18,-36 17,18-17,-35-18,53 35,-71-35,18 0,-36 0,1 35,-18-35,17 0,-17 0,18 0,-18 0,-18 0,18 0,-35 0,17 0,-17 0,-1 0,18 0,1 0,-19 0,19 0,-19 0,36 0,-35 0,17 0,-17 0,17 0,-17 0,17 0,-17 0</inkml:trace>
  <inkml:trace contextRef="#ctx0" brushRef="#br0" timeOffset="17527.6803">6403 12929,'0'-17,"35"17,-17 0,35 0,17-18,36 0,-18 18,53-35,36 35,-36 0,35 0,-35 0,18 0,-53 0,0 0,-18 0,-17 0,34 0,-16 0,-1 0,18 0,35 0,-18 0,36 0,-36 0,19 0,-37 0,37 0,-19 0,18 0,-35 0,-53 0,17 0,1 0,35 18,-36-18,19 17,-19-17,18 36,-17-36,52 0,-34 0,52 17,17 1,-16-18,-37 18,54-18,-71 0,-17 0,-1 0,-17 0,-17 0,-1 0,-17 0,34 0,-16 0,17 0,-18 0,18 0,0 0,-36 0,1 0,0 0</inkml:trace>
  <inkml:trace contextRef="#ctx0" brushRef="#br0" timeOffset="19135.678">6526 14411,'18'0,"53"0,-18 0,35 0,35 0,36 0,17 0,36 0,-36 0,36 0,0 0,-18 0,-18 0,18 0,0 0,-35 0,17 0,18 0,0 0,-35 0,-35 0,17 0,-18 0,-52 0,-1 18,-17-18,-18 17,1 1,34 0,-52-18,0 17,-1-17,1 0,0 0,-1 18,18-18,1 0,-1 0,-17 0,17 0,18 0,-36 0,54 0,-18 0,17 0,-34 0,34 0,-17 0,35 0,-17 0,-18 0,0 0,0 0,-36 0</inkml:trace>
  <inkml:trace contextRef="#ctx0" brushRef="#br0" timeOffset="22622.6784">15222 9895,'36'-17,"-1"17,0 0,18 0,18 0,-1 0,1 0,-1 0,1 0,-36 0,18 0,0 0,0 0,0 0,-53 17,17-17,1 0,0 18,-1 17,-17 1,18-36,0 17,-18 36,0-35,17 35,1-18,-18 36,18-36,-18 18,0 0,0 0,0 0,0-18,0 35,17-17,-17-17,0 34,0-17,0 0,0 0,0-18,0 18,0 18,0-18,0-1,0-34,0 35,0-18,0 18,0-18,0-17,0 0,0-1,0 19,0-19,0 1,0 0,0 17,0-18,0 1,0 0,0-1,0 19,0-1,0 0,0-17,18 35,0-18,-1 0,1-17,17 17,-17-17,-1 0,19-18,-36 17,17-17,1 0,0 0,-36 0,0 0,-17 0,17 0,-52 0,17 18,-71-18,-17 17,35-17,-35 0,53 0,-18 18,36 17,-1-35,36 18,0-18,17 0,0 18,1-1,-1 1,18 17,0-17,-18 17,1 0,-1 18,18-35,0 35,-35 17,35-34,0-1,0 18,-18-35,18 34,0-16,0-1,0 0,0 1,0 16,0-16,0-1,18 0,0 1,-18-1,0 0,0-17,17 17,1 0,-18 1,0-1,0 0,0-17,0 17,-18-35,18 18,-17 17,-1-17,0-1,18 1,-17 0,-1-1,0-17,1 35,-1-35,18 18,-18 0,-17-1,18 1,-54 53,18-18,53-36,-18 18,1 1,-19-19,36 19,-35-1,18-17,-1-1,0 1,18-1,-17-17,-1 18,-17-18,35 18,-18-1,-17 1,0-18,17 35,0-35,-17 18,0-18,-18 35,18-17,17-18,-35 0,18 17,-1-17,1 18,17-18,-17 0,0 18,17-18,-17 17,0 1,17-18,0 0,1 0,-1 18,1-18,-1 0,0 0,1 0,-1 0,0 0,1 0,-1 0</inkml:trace>
  <inkml:trace contextRef="#ctx0" brushRef="#br0" timeOffset="24951.5374">15998 12577,'0'-36,"0"19,18-19,0 1,-1 17,1 1,0 17,-1 0,1 0,0 0,-1 0,19 0,-19 35,1-35,-18 53,17-53,-17 35,0-17,0 17,0-17,0 17,0-17,-17-1,-1 1,-17 0,17-1,1-17,-1 0,0 36,1-36,-1 0,18 17,18-17,17 0,18 18,-18-1,-17 1,-1 0,19 17,-19-17,1-1,-18 1,0 35,0-35,0 17,0-18,0 1,-18 17,1-35,-19 18,19-18,-18 0,17 0,-17 0,-1 0,-17 0,0 0,18 0,0 0,-18 0,35-18,-35 1,36 17,-18-18</inkml:trace>
  <inkml:trace contextRef="#ctx0" brushRef="#br0" timeOffset="26566.8239">16898 12771,'-18'0,"18"17,0 18,0 18,-17-35,17 17,0-17,0 35,0-35,17-18,-17 17,18 1,0-18,-1 0,1-35,-18 17,0-35,0 18,0-18,35 17,-35 19,0-1,18 18,0 0,-1 35,1 1,-1-1,-17-17,36 17,-19-35,-17-18,0-17,0 0,0-1,0-34,0 52,0-35,0 36,0-1</inkml:trace>
  <inkml:trace contextRef="#ctx0" brushRef="#br0" timeOffset="28815.8011">17498 12771,'-18'0,"1"0,-1 0,-17 0,17 17,0 1,1-18,-19 35,19-17,-1-1,0 1,1 0,-1-1,18 1,0 0,0-1,0 1,0 0,0 17,0-18,18-17,-1 0,1 0,0 0,-1 0,-17-17,18-1,-18 1,0-19,18 19,-18-1,0-17,0-1,0 19,0-1,17 0,1 18,17 0,-17 0,-18 18,0 17,18-17,-1 17,-17-17,18 0,-18-1,17 1,-17 0,18-18,0 0</inkml:trace>
  <inkml:trace contextRef="#ctx0" brushRef="#br0" timeOffset="30375.3504">17604 12841,'17'-18,"1"36,0 0,-1 17,-17-17,0-1,35 19,-35-1,18-17,0-18,-1 0,1 0,-18-36,18 19,-18-1,17-17,-17 17,0-17,0-1,0 19,0-1,0-17,0 0,0 17,0 0,0 1,0 34,0 36,0-35,0 35,18 0,-18 0,0 0,18-18,-18 18,35 35,-18-35,1-18,-18 36,0-18,0 0,0-1,35 1,-35-35,0 0,0-1,0 1,0 0,-17-18,-1 17,0-17,1 0,-1 0,1 18,-19-18,19 0,-19 0,19 0,-36 0,35 0,-17 0,17 0,1 0,17-18,0 1</inkml:trace>
  <inkml:trace contextRef="#ctx0" brushRef="#br0" timeOffset="32167.3795">18256 12771,'0'-18,"-17"0,-1 18,0 0,1 0,-1 0,0 0,1 0,-18 18,35 0,-18-18,18 35,0-18,0 19,0-19,0 19,0-19,0 1,18-18,-1 0,1 0,-1 0,19 18,-36-1,35-17,-35 18,18-18,-1 35,-17-17,0-1,0 1,0 0,0-1,0 1,-17-18,-1 0,-17 0,-1 0,19 0,-18 0,17 0,0 0,18-18</inkml:trace>
  <inkml:trace contextRef="#ctx0" brushRef="#br0" timeOffset="35350.4915">13723 16492,'0'-17,"35"-19,-35 19,0-1,36-17,-19 17,1 1,0-1,-1 18,18-18,-17 18,0 0,-1 0,1 0,0 0,-1 0,36 0,-35 18,-1 0,1-18,-18 17,35 1,-35 0,0 17,0 0,0 0,0-17,0 17,0 1,0-19,0 1,0-1,0 19,0-19,0 1,0 35,-17-18,-1 1,0-19,18 1,-17-1,-1 1,1 0,-1 17,-17-17,35-1,-18-17,18-17,0-1,0 0,0 1,18 17,-1 0,19 0,-1 0,0 0,-17 17,-1 1,19 0,-19-1,1-17,0 18,-1 0,1-1,0-17,-1 0</inkml:trace>
  <inkml:trace contextRef="#ctx0" brushRef="#br0" timeOffset="36959.0249">15628 16704,'0'-18,"0"-17,18 70</inkml:trace>
  <inkml:trace contextRef="#ctx0" brushRef="#br0" timeOffset="39246.3693">17410 16316,'17'-18,"19"1,-36-1,35 18,-18-35,1 35,0 0,-1 0,1 0,-18 17,18 1,-18 0,17 17,-17-17,0 17,0 0,-17-17,-1-1,0 19,1-36,-1 17,0 1,1 0,-1-1,1-17,17 18,-18-18,36-18,17 18,-18 0,-17-17,36 17,-19 0,19 0,-1 0,-17 17,-1 1,1 0,-1-1,19 18,-36-17,17 0,-17-1,0 1,0 0,18-1,-18 1,0 0,0-1,-18 19,1-19,-19 18,19-35,-18 18,17-18,0 18,-17-18,17 0,-35 0,1 0,-19 0,0-18,18-17,-17 17,-1-17,18 35,53-18</inkml:trace>
  <inkml:trace contextRef="#ctx0" brushRef="#br0" timeOffset="49038.2891">16193 6015,'0'-18,"0"1,0-1,0-17,0 17,0-17,-18-1,-17-16,17 16,18 19,-18 17,18-18,-17 18,-19 0,19 0,-36 18,35-18,-35 17,36 1,-19 0,19-1,-19-17,19 18,-1-1,18 1,0 17,0-17,0 17,0 1,0-19,0 1,18 0,-18-1,17 18,-17-17,18 35,0-35,17-1,-17 36,-1-35,1-1,17 36,-17-35,17 17,-17-17,-18 0,35-1,-35 18,0-17,18 35,-18-35,17 17,-17-17,0-1,0 1,-17-18,-1 0,-17 0,17 0,-17 0,17 0,1 0,-1-18,0 1,18-1,-17 18,17-35,0 17,17 0</inkml:trace>
  <inkml:trace contextRef="#ctx0" brushRef="#br0" timeOffset="49926.553">16281 6491,'17'18,"-17"-1,0 1,0 0,0-1,0 19,0-19,0 1</inkml:trace>
  <inkml:trace contextRef="#ctx0" brushRef="#br0" timeOffset="50718.9035">16351 6350,'0'-18,"0"1</inkml:trace>
  <inkml:trace contextRef="#ctx0" brushRef="#br0" timeOffset="52038.8056">16545 6544,'0'18,"0"-1,0-34,0-1,0-35,0 18,0 0,0 17,0 0,0 1,18 17,0 0,17 0,-18 0,-17 35,0-17,0 17,18-18,-18 1,0 17,18-17,-18 17,17-35,-17 18,0 17</inkml:trace>
  <inkml:trace contextRef="#ctx0" brushRef="#br0" timeOffset="53590.8518">17163 6385,'0'0,"-18"0,0 0,1 0,-1 0,-17 0,17 0,1 18,-19 0,19 17,17-18,0 19,0-19,0 19,0-19,0 1,0 0,0-1,0 1,0 0,17-1,19-17,-19 0,-17-17,18-1,17-17,-35-1,18 19,-1-19,-17 19,0-19,0 19,0-18,18 35,-18 35,0-18,0 36,0 0,0-17,0-1,0 0,0 0,-18 1,18-19,-17 1,-1 0,0-1,18 1,-35 17,35-17,-17-18,-1 0,0 17,1-17,-1 0,0 0,1 0,-19 0,19 0,-1 0,1 0,-1 0</inkml:trace>
  <inkml:trace contextRef="#ctx0" brushRef="#br0" timeOffset="55190.6042">19403 6121,'0'35,"0"18,0-35,0 17,0-18,0 36,0-17,0 17,0-18,0-18,0 19,0-1,0 0,0-17,0 17,-18-17</inkml:trace>
  <inkml:trace contextRef="#ctx0" brushRef="#br0" timeOffset="56518.1358">19173 6138,'36'18,"-19"-18,1 0,0 0,17 0,-17 0,17 0,-17 0,-1 0,1 0,-1 0,1 0,0 0,-1 0,19 0,-1 0,0 0,-17 0,-1 0,1 0,0 0,-18-18,17 18,1 0,0 0,-1 0,1 0,0-17,-1 17,1 0</inkml:trace>
  <inkml:trace contextRef="#ctx0" brushRef="#br0" timeOffset="61094.2426">23160 6156,'18'0,"-18"18,0 17,0-17,0 34,0-16,0-1,0 18,0 0,0-18,0-17,0-1,0 19,0-1,0-17,0-1,0 1,0 0,0-1,0 1,0-36,0-17,0 17,0-17,0 17,0 1,0-1,0 0,17 18,1-17,-18-19,0 19,0-36,0 18,0 17,0-17,0 17,0 0,0-17,17 35,-17-17,18 17,-18-18,18 18,-1-18,1 1,0 17,17-18,-17 0,-1 18,1 0,-1 18,1 0,0-1,-18 19,17-19,-17 36,0-35,0 17,0-17,0 17,-17-35,17 18,-18-18,0 17,1 1,17-1,-18-17,-17 18,17-18,1 18,34-18,19 0,-19 0,18 0,-17 0,0 0,-1 0,19 17,-1 1,-17 0,-18 17,0-17,0-1,0 1,0 0,0-1,0 1,0-1,0 1,0 17,-18-17,0-18,1 0,-1 0,0 18,1-18,-1 0,-17 0,17 0,1 0,-19 0,19 0,-1 0,0 0,1 0,17-18</inkml:trace>
  <inkml:trace contextRef="#ctx0" brushRef="#br0" timeOffset="65598.9084">14958 7355,'17'18,"19"0,-36 17,0 18,0-18,0 18,0 0,0-35,0 35,0-1,0-34,0 17,0 1,0 17,0-36,0 19,0-19,0 18,0-17,0 17,0-17,0 17,0-17,0-71,0 0,0 35,0-17,0 0,0 0,0 17,0-17,0-1,0 1,17 17,1-34,0 34,-18 0,0-35,0 18,0 17,0-17,0 18,0-1,0 0,0 1,17 17,19 0,-19 0,36 17,-35 19,35 16,-53-34,53 53,-36-36,1-17,-1 17,19 18,-19-36,1 19,-18-19,18 19,-18-19,0 19,0-19,0 18,0-17,-18 35,0-35,-17-1,0-17,17 18,1-18,-36 18,0-18,35 0,-35 0,18 0,17 17,1-17,-1 0</inkml:trace>
  <inkml:trace contextRef="#ctx0" brushRef="#br0" timeOffset="67255.4761">15804 7832,'18'0,"-18"-18,-18 0,1 18,-1 0,1 18,-1-18,-17 0,17 0,-17 18,-18 17,35-17,-17-18,35 17,0 1,0 17,0-17,0 17,0 0,0-17,18-18,-18 35,17-35,1 0,-18 18,17-18,1 0,0 0,17 0,-17 0,-1 0,19-35,-19 17,1 0,-1 1,1-1,-18 0,0 1,0-1,0-17,0 17,0-17,0 17,0-17,18 17,-18 36,0 17,0-17,0 35,35 0,-35-36,0 36,18 0,-1 0,-17-35,18 17,-18 0,18-35,-18-17</inkml:trace>
  <inkml:trace contextRef="#ctx0" brushRef="#br0" timeOffset="68455.196">16087 7920,'17'0,"1"0,0 18,-18-1,0 1,0-1,0 19,0-1,0 0,0-17,0 17,0-17,-18-36,18-35,0 18,0 0,0-1,0 19,0-18,0 17,0 0,0-35,18 36,-18-1,17 18,-17-18,18 18,0 0,-1-17,1 17,-1 0,1 0,0 0,17 0,0 35,-17 0,17 18,-17-17,17 34,-35-52,18 17,-18-17,0 17,0-17</inkml:trace>
  <inkml:trace contextRef="#ctx0" brushRef="#br0" timeOffset="69550.3567">16828 7814,'0'-18,"-18"18,0 0,18 18,-17 0,17-1,-18 19,18-19,-18 19,18-19,0 1,0-1,0 19,0-19,18 1,-18 0,18-18,-18 17,17-17,1 36,0-19,-1 1,1-18,-1 0,1 0,0 0,-1 0,1 0,0 0,-1 0,-17-18,36 1,-36-1,0 0,0 1</inkml:trace>
  <inkml:trace contextRef="#ctx0" brushRef="#br0" timeOffset="71015.527">17074 7973,'0'-18,"18"18,0 0,-1 0,-17-17,18 17,-18-18,35 0,-35 1,18-1,-18 0,0-17,35 0,-17-1,-18 19,0-1,0 1,0-1,0 0,-18 18,1 0,-1 0,0 0,-17 0,17 0,1 18,-1 0,0-1,1 18,17-17,0 17,0 1,0-19,0 1,0 0,0 17,17-17,-17-1,18-17,0 18,-1 17,1-35,17 18,-17-18,17 0,-35 17,18 1,-1-18,19 18,-1-1,18 1,-35 0,-1-18,1 0,0 0</inkml:trace>
  <inkml:trace contextRef="#ctx0" brushRef="#br0" timeOffset="75702.1728">18309 7514,'-17'0,"17"35,-18 1,18 17,0-36,0 1,0 0,0 17,0-18,0 1,0 17,-18-17,18 0,0 17,0 0,0-17,0 0,0-1,-17 36,17-35,0-1,0 1,0 0,0 17,0-17,-18-18</inkml:trace>
  <inkml:trace contextRef="#ctx0" brushRef="#br0" timeOffset="76743.2609">18133 7549,'17'0,"19"0,-1 0,-17-17,-1 17,1 0,0 0,17 0,0 0,-17 0,-1 0,1 0,0 0,-1 0,1 0,0 0,-1 0</inkml:trace>
  <inkml:trace contextRef="#ctx0" brushRef="#br0" timeOffset="78286.2333">18186 8167,'-18'0,"18"-18,18 18,-1 0,1 0,0 0,-1 0,1 0,0 0,-1 0,1 0,-1 0,1 0,0 0,-1 0,1 0</inkml:trace>
  <inkml:trace contextRef="#ctx0" brushRef="#br0" timeOffset="82142.9165">19121 7638,'0'17,"17"19,-17-19,0 18,0-17,0 17,0-17,0 0,0-1,0 1,0 0,0 17,0-17,0-1,0 1,0-1,0 1,0 0,0-1,18-17,-18 36,17-19,-17 1,0 0,0-36,0-17,0 17,0 0,0-17,0 0,0 17,0 1,0-1,0 0,0 1,0-1,0 0,0 1,0-19,18 1,-18 0,0-18,0 35,18-17,-18 17,0-17,0 17,17 1,-17-1,18 1,17 17,-17-18,0 18,-1 0,1 0,0 0,-1 0,1 0,-1 18,-17-1,18 1,-18-1,0 1,0 17,0-17,-18 0,1-1,17 1,-18 0,1-1,-19 18,19-35,-1 0,0 36,1-36,34 17,19 19,-1-1,0 18,0-35,-17 17,35 35,-18-34,18 34,-35-52,17 17,-17-17,17-1,-35 1,35 0,-35-1,18-17</inkml:trace>
  <inkml:trace contextRef="#ctx0" brushRef="#br0" timeOffset="84254.762">20408 7532,'0'35,"0"0,0 1,0-1,0 0,0 0,0-17,0 17,0 1,0-19,0 1,0 0,0-1,0 1,0 0,0 17,0 0,0 0,0 1,0-1,0-17,-17-1,17 1,0-36</inkml:trace>
  <inkml:trace contextRef="#ctx0" brushRef="#br0" timeOffset="85598.2105">20426 7567,'17'0,"1"0,17 0,-17 18,0-18,17 35,-17-35,-18 18,17-1,1 1,-18 0,18-1,-1 18,-17-17,35 17,-35 1,0-19,0 1,0 0,0-1,0 1,0 0,0-1,0 1,0-1,0 1,0 0,0-1,0 1,0 0,0 17,-35-17,18-18,-1 17,0 1,1-1,-19 1,19-18,-1 18,-17-1,17-17,-17 0,17 0</inkml:trace>
  <inkml:trace contextRef="#ctx0" brushRef="#br0" timeOffset="90870.0959">22119 7514,'0'18,"-17"35,17-18,-18 0,18-17,0 0,0-1,0 1,0-1,0 1,0 17,0-17,0 17,0 1,0-19,0 1,0 0,0-1,0 1,0-1,0 1,0 17,0-17,0 0,0-1,0 1,0 17,0-17,0-1,0 1,0 0,0 17,0-17</inkml:trace>
  <inkml:trace contextRef="#ctx0" brushRef="#br0" timeOffset="92054.2922">21855 7620,'0'-18,"0"1,0-1,17 18,1 0,-18-18,35 18,-17-17,-1 17,1-18,0 18,-1-17,1 17,0 0,-1 0,1 0,0 0,-1 0,1 0,-1 0,1 0,0 0,-1 0,1 0,0 0,-1 0,1 0,0 0,-1 0</inkml:trace>
  <inkml:trace contextRef="#ctx0" brushRef="#br0" timeOffset="93367.1414">21960 8361,'0'0,"36"-18,-19 18,1 0,0 0,-1 0,19-17,-19 17,1-18,-1 18,1 0,0-18,-1 18,1 0,0 0,-1 0,1 0,17-35</inkml:trace>
  <inkml:trace contextRef="#ctx0" brushRef="#br0" timeOffset="96255.2675">22913 7620,'-18'0,"18"35,0 18,-17-18,17 18,-36 36,36-36,0-36,0 36,0-18,-17-17,17 35,0-35,-18 17,18-18,-18-17,18-17,0-36,0 18,0-1,0 19,0-1,0 0,18-17,-18 18,18-1,-1-17,1 35,-18-36,35 1,-35 0,18 17,0-35,-1 18,-17 0,18-1,-1 19,-17-1,18-17,17 17,1 18,-19 0,19-17,-19 17,1-18,0 18,-1 0,1 0,-1 0,1 0,0 0,-1 0,19 18,-36-1,0 1,0-1,0 1,0 0,0 17,0 0,-18-35,0 36,1-19,-1-17,0 35,-17-17,18-18,-1 0,-17 35,-1-35,19 18,-19-18,19 18,-1-18,18 17,-18-17,1 0,17-17,0-1,0 0,17 18,1 0,0 0,-1 0,19 36,-1-1,0 0,-17 1,0-19,-18 1,17-1,1-17,-1 0,1 0,17 18,-17 0,0-18,-1 0</inkml:trace>
  <inkml:trace contextRef="#ctx0" brushRef="#br0" timeOffset="97638.3547">24130 7585,'0'17,"0"36,0-17,0-1,0 18,0-36,0 1,0 0,0 35,0-36,0 36,0-35,0-1,0 1,0 0,0 17,0-17,0-1,0 1</inkml:trace>
  <inkml:trace contextRef="#ctx0" brushRef="#br0" timeOffset="99278.7084">24095 7620,'0'-18,"17"18,19 0,-19 0,19 0,-1 18,-18-18,1 35,17-35,-17 18,17 0,-35-1,18 1,0-18,-1 0,1 17,-18 1,18-18,-1 18,-17 17,0-17,18-1,-18 1,0 0,0 17,0-17,0-1,0 1,-18 17,1-17,-1 17,0-35,1 18,-1-1,-17 1,17-18,-17 35,17-35,-17 18,17-18,1 0,-19 35,19-35,-1 0,0 18</inkml:trace>
  <inkml:trace contextRef="#ctx0" brushRef="#br0" timeOffset="101877.8052">19191 6738,'18'-18,"-36"18,0 18,1-18,-18 35,17-35,0 18,1 0,-1-1,0 1,1-18,17 18,-36-1,19 1,-1-1,1 1,-19 35,1-35,17-1,-17 1,-18 17,36-17,-1-1,0-17,-17 36,17-36,1 17,-36 19,53-19,-18-17,0 18,1-18,17 18,-18-1,1 1,-1 0,0-18,18 17,-17 1,-1-1,0-17,18 18,-17 0</inkml:trace>
  <inkml:trace contextRef="#ctx0" brushRef="#br0" timeOffset="103797.9291">18186 8467,'-18'35,"18"-17,-18-1,1 36,-1-18,1-35,-1 36,18-19,0 1,-35 17,17 1,0-19,1 1,-1 17,0 18,-17-18,17 1,1-1,-1-35,1 17,17 1,0 17,0-17,-18 17,18 1,-18-19,1 1</inkml:trace>
  <inkml:trace contextRef="#ctx0" brushRef="#br0" timeOffset="105070.719">17268 9507,'18'0,"-18"36,0-1,0 0,0 18,0-35,0 35,0-36,-18 19,18-19,0 1,0 0,0-1,0 1,0-1,0 1,0 0</inkml:trace>
  <inkml:trace contextRef="#ctx0" brushRef="#br0" timeOffset="106150.8586">17022 9419,'17'0,"1"0,-1 0,1 0,0 0,17 0,-17 0,-1 0,19 0,-1 0,-18 0,1 0,17 0,-17 0,17 0,-17 0,35 0,0 0,-36 0,19 0,-19 0,1 0,0 0,-1 0</inkml:trace>
  <inkml:trace contextRef="#ctx0" brushRef="#br0" timeOffset="107286.9428">17780 9560,'0'36,"0"-19,0 18,0-17,0 17,0-17,0 0,0-1,0 1,18-18,-18 35,0-17,17 17,1 0,-18-17,0 0,0-1,0 1,0 0</inkml:trace>
  <inkml:trace contextRef="#ctx0" brushRef="#br0" timeOffset="108302.0851">17674 9613,'0'-17,"18"17,-1 0,19 0,-19 0,1 0,17 0,-35-18,18 18,17-18,-17 18,-1 0,1 0,0 0,-1 0,1 0</inkml:trace>
  <inkml:trace contextRef="#ctx0" brushRef="#br0" timeOffset="109823.1237">17745 10037,'17'0,"1"0,17 0,-17 0,0 0,-1 0,1 0,-1 0,1 0,0 0,-1 0,1 0,0 0,-1 0,1-18</inkml:trace>
  <inkml:trace contextRef="#ctx0" brushRef="#br0" timeOffset="112286.7922">19332 7020,'0'18,"0"17,0 0,0 1,0-19,0 19,0-19,0 19,0-19,-17 1,17 0,0-1</inkml:trace>
  <inkml:trace contextRef="#ctx0" brushRef="#br0" timeOffset="114134.3494">19262 8449,'0'35,"0"1,0 17,0-1,0-34,0 0,0-1,0 19,0-19,0 1,0 0,0-1,0 18,0 1,0-19,0 19,0-1,0-17,0 17,-18-18,18 1,0 0,0-1,-18 1,18 0,0-1</inkml:trace>
  <inkml:trace contextRef="#ctx0" brushRef="#br0" timeOffset="116735.0979">18891 9578,'0'53,"0"-36,0 19,0-19,0 19,0-19,0 19,0-1,0-17,0-1,0 1</inkml:trace>
  <inkml:trace contextRef="#ctx0" brushRef="#br0" timeOffset="117830.0818">18733 9490,'17'0,"18"0,1 0,-19 0,1 0,17 0,-17 0,0 0,-1 0,18 0,-17 0,0 0,-1 0,1 0,0 0,-1 0,1 0,17 0,-17 0</inkml:trace>
  <inkml:trace contextRef="#ctx0" brushRef="#br0" timeOffset="119990.6369">19315 9596,'17'17,"-17"1,0-1,0 19,0-1,0 0,0 1,0-19,0 19,0-19,0 1,0-1,0 1,0 0,0-1,0-52,0-18,-17 0,17 0,0-17,0 17,0 0,0 35,0-17,0 17,0 1,17-19,1 36,-18-17,18-18,-1 35,1-18,-1 18,1 0,0-18,-1 18,19 0,-19 18,1 0,0 17,-18 0,0 0,0 1,0-19,0 19,0-19,0 18,-18 1,0-36,1 17,-19 1,19 0,-1-1,0-17,18-17,18 17,0 0,-1 0,1 0,17 0,-17 17,0 1,-1 0,18 17,-17-17,-18-1,0 1,18 17,-1-35,1 0,0 0,-1 0,-17-18</inkml:trace>
  <inkml:trace contextRef="#ctx0" brushRef="#br0" timeOffset="122438.7814">19632 6967,'18'0,"-1"0,19 18,-19 17,19-17,-36 0,17-1,1 18,-1-35,-17 36,36-1,-19 0,1 1,0-1,17-17,0 17,-17 0,0-35,-1 35,1-35,-18 36,17-36,1 17,0 1,-18 0,17-18,1 17,0-17,17 0,-35 18</inkml:trace>
  <inkml:trace contextRef="#ctx0" brushRef="#br0" timeOffset="124086.7015">20496 8573,'-17'0,"34"0,-17 35,0 0,0 0,18 1,-18-1,0-17,0 34,0-16,0-19,0 1,0 0,0-1,0 1,0 17,0-17,0 17,18-35,-18 18,0 17,17-17,-17 17,0-17,0 17,0-17,0 17</inkml:trace>
  <inkml:trace contextRef="#ctx0" brushRef="#br0" timeOffset="125358.4647">20391 9596,'0'-18,"35"36,-18-1,-17 18,36 1,-19-1,-17-17,0-1,0 19,0-1,0-17,0-1,0 1,0-1,0 19,0-19,0 1,0 0</inkml:trace>
  <inkml:trace contextRef="#ctx0" brushRef="#br0" timeOffset="126454.8586">20232 9596,'0'-18,"17"18,-17-18,18 18,17-17,-17 17,0 0,-1 0,19 0,-19 0,1 0,-18-18,17 18,1 0,0 0,17 0,-17 0,-1 0,19 0,-19 0,19 0,-1-18,-18 18</inkml:trace>
  <inkml:trace contextRef="#ctx0" brushRef="#br0" timeOffset="127462.5431">20867 9578,'0'18,"0"17,0 0,0 0,-18 1,18-1,0-17,0 17,0-17,0-1,0 1,0-1,0 1,0 0,0-1</inkml:trace>
  <inkml:trace contextRef="#ctx0" brushRef="#br0" timeOffset="128726.5189">20920 9613,'17'0,"1"0,0 18,-1-18,-17 17,18-17,0 18,-1 0,-17-1,18-17,-1 18,1 0,0-1,-18 1,0 0,0-1,0 1,0 0,-18-18,18 17,-18-17,1 35,-1-35,18 18,-17-18,-19 18,36-1,-35-17,17 0,1 18,-19 0,1-1,18-17,-1 18,-35 0,35-18,1 17,-1-17</inkml:trace>
  <inkml:trace contextRef="#ctx0" brushRef="#br0" timeOffset="132286.4207">22895 6826,'0'18,"-17"17,-54 18,36-18,0 1,-36-19,18 36,18-18,-18-17,18 17,-1 1,1-19,0 1,-1 17,1 1,18-36,-1 17,18 1,-18-18,1 0,-1 0,18 17,-18-17,1 0,-1 18,-17 0,35-1,-18-17</inkml:trace>
  <inkml:trace contextRef="#ctx0" brushRef="#br0" timeOffset="134518.2742">22049 8661,'17'0,"-17"17,0 1,0 17,0-17,0 17,0-17,0 17,-17-17,17-1,0 1,0 17,-18 1,18-19,0 1,-18-1,18 1,0 0,0-1,-17 1,17 17,-18-17,18 0,-18-1,18 1,0 0,-35 17,35-18,0 1,0 0</inkml:trace>
  <inkml:trace contextRef="#ctx0" brushRef="#br0" timeOffset="140078.7382">21872 9631,'0'17,"0"1,0 35,0-35,0-1,0 19,0-1,0 0,0-17,0-1,0 19,0-19,0-87,-17 17,-1 35,18-35,0 36,0-19,0 1,0 17,0 1,0-1,0 1,0-1,0 0,0 1,0-1,0 0,0 1,0-1,0 0,0 1,35 17,-17 0,0 35,17 18,-35-35,0-1,0 1,0 0,0-1,0 18,-18-35,18 18,-17-18,-1 35,0-35,18 18,18-18,17 0,-17 0,-1 0,1 0,0 0,17 35,-17-17,-18 17,17 1,-17-19,0 18,0 1,0-19,0 1,0 17,0 1,0-19,0 1,-17-18,-1 0,0 0,-17 0,17 0,1 0,-1 0,1-35,-1 35,18-18,0 0</inkml:trace>
  <inkml:trace contextRef="#ctx0" brushRef="#br0" timeOffset="141175.0444">22331 9631,'0'17,"0"1,0 0,0 17,0-17,0-1,0 19,0-19,0 19,0-19,0 1,0-1,0 1,0 0,0-1,0 1,0 0,0-1,0 1,0 0</inkml:trace>
  <inkml:trace contextRef="#ctx0" brushRef="#br0" timeOffset="142470.4654">22260 9560,'18'0,"0"0,-1 0,1 0,-1 0,1 0,0 0,-1 0,1 0,0 0,-1 0,1 0,0 0,-1 0</inkml:trace>
  <inkml:trace contextRef="#ctx0" brushRef="#br0" timeOffset="143926.5354">22260 10160,'0'-18,"18"1,0 17,-1 0,1 0,-1 0,1 0,0 0,-1 0,19 0,-19 0,19 0</inkml:trace>
  <inkml:trace contextRef="#ctx0" brushRef="#br0" timeOffset="147190.3734">23301 6914,'0'0,"0"18,0 0,0 17,-18 18,18-35,0 17,0 18,-17-18,17 0,0-17,0 17,0-17,0 0,-18 17,0-35,18 17,0 1</inkml:trace>
  <inkml:trace contextRef="#ctx0" brushRef="#br0" timeOffset="148542.3179">23125 8290,'17'0,"-17"18,18 52,-18-52,0 17,0 18,0-35,0 35,0-35,0 34,0 1,0-17,0-1,0-17,0 17,0 0,0 0,0-17,0 17,0-17,0 0,0-1,0 1,0-1,0 1,0 0,0-1,0 1,18 17,-18-17,0 0,0-1,0 1,0 0,0-1</inkml:trace>
  <inkml:trace contextRef="#ctx0" brushRef="#br0" timeOffset="151741.8749">23001 9648,'0'36,"0"-19,0 19,0-19,0 36,0-17,0-19,0 1,0-1,0 1,0 0,0-1,0 1,0 0,0 17,0-17,0-1,0 1,0-1,0-34,0-18,0-18,0 17,0-17,0 1,0 34,0-35,0 35,0 1,0-1,0 0,0 1,0-19,0 19,0-1,0 1,0-19,18 19,-18-1,17 0,-17-17,0 17,0 1,18 17,0 0,-1 0,-17 17,18 19,-18-19,0 1,0 0,0-1,0 19,0-19,0 18,0-17,0 0,0-1,0 19,-35-19,35 1,35-18,-17 18,-1-18,1 0,0 17,-1 1,-17 0,18-1,-1 1,-17-1,18-17,-18 18,0 0,0 17,0-17,0-1,0 1,0 0,-18-1,1-17,-1 0,1 0,-1 0,0 0,1 0,-1 0,0 0,1 0</inkml:trace>
  <inkml:trace contextRef="#ctx0" brushRef="#br0" timeOffset="153958.5627">23460 9525,'0'35,"0"-17,0 0,-18 17,18-18,0 19,0-1,0 0,0 1,0-1,-18-17,18-1,0 1,0 17,-17-17,17 17,0-53,0-52,0 17,0-18,0 1,0 17,0 18,0 17,0 0,0 1,0-1,0 0,17 18,-17-17,0-1,18 18,0 0,-1 0,1 0,0 0,-1 0,1 0,0 0,-1 0,1 0,-1 0,-17 18,18-18,0 17,-18 1,17-18,-17 35,0-17,0 17,-17-17,17-1,-18 1,0 35,1-53,17 18,-18-18,1 17,-1-17,0 0,54 18,-36 0,35 17,-35 18,17-18,1-17,0 52,-1-17,1 0,0-18,17 1,-17 17,-18-18,17-35</inkml:trace>
  <inkml:trace contextRef="#ctx0" brushRef="#br0" timeOffset="156446.6937">23636 7108,'-18'0,"36"0,-18 18,18-18,-1 0,19 18,-19-1,1-17,-18 18,18 0,-1-18,1 17,0-17,-18 18,17 0,1-1,-1-17,1 18,0 0,-1 17,1-35,-18 35,18-35,-1 18</inkml:trace>
  <inkml:trace contextRef="#ctx0" brushRef="#br0" timeOffset="158175.159">24377 8573,'-18'-36,"1"36,17-17,-36-19,36 54,0 0,0 17,0-17,0 17,0 0,0 18,0 0,-17-35,17 17,0 0,0-17,0 17,0-17,0-1,0 1,0 17,0-17,0-1,0 1,0 0,0 17,0-17,0-1,0 1,0 17,0-17,0 17,0-17,0-1,0 1,0 0,0-1,-18 1</inkml:trace>
  <inkml:trace contextRef="#ctx0" brushRef="#br0" timeOffset="161309.8517">24236 9578,'0'18,"0"17,0-18,0 1,0 17,0 1,0-19,0 1,0 17,0-17,0 0,0-1,0 1,0-1,0 1,0 0,0-1,0 1,0 0,0-1,0 19,0-19,0 36,0-35,0-1,-18-34,1 17,17-53,0 18,0-1,0 1,-18 17,18 1,0-1,0 0,0-17,0 18,0-19,0 19,0-19,18 19,-1-19,1 19,-1-1,-17 0,18 18,0-17,-1 17,1 0,0 0,-1 17,1-17,-18 18,18-18,-1 18,-17-1,0 1,0 0,0-1,0 1,0 17,-17-35,17 18,-18-18,0 35,-17-35,0 18,-1-1,19-17,-1 18,1-18,-1 0,18 18,18-18,-1 0,1 0,17 0,-17 0,17 0,-17 0,17 17,-17-17,-1 36,19-19,-19 1,1 0,-18-1,17 1,-17-1,0 1,0 17,-35-35,-18 0,36 0,-36 0,35 0,-17 0,17 0</inkml:trace>
  <inkml:trace contextRef="#ctx0" brushRef="#br0" timeOffset="162678.6505">24677 9666,'0'18,"0"-1,0 19,0-19,0 19,0-19,0 36,-18-18,18 1,0-1,-17-17,17 35,0-18,-18 18,18 0,0-36,0 19,0-19,0 1,0-1,-18 1,18-71</inkml:trace>
  <inkml:trace contextRef="#ctx0" brushRef="#br0" timeOffset="164134.4864">24677 9754,'17'0,"1"0,0 0,17 18,-35 0,18-1,-1 36,1-18,-18 1,18-19,-18 1,17-18,1 18,-18-1,17 1,-17 0,0 17,0-18,0 1,0 0,0-1,0 1,-17-18,17 18,0-1,-18 1,1-18,17 18,-18-18,-17 0,-1 17,19-17,-1 0,0 0,-17 18,18-18,-1 0,0 0,1 0,-1 0,-17 17,17-17</inkml:trace>
  <inkml:trace contextRef="#ctx0" brushRef="#br0" timeOffset="173094.6436">18927 16528,'17'0,"18"0,-17 0,17 0,1 0,-1 0,0 0,0 0,36 0,-18 0,-35 0,35 0,-36 0,1 0,-1 0</inkml:trace>
  <inkml:trace contextRef="#ctx0" brushRef="#br0" timeOffset="174214.0172">19032 16845,'18'0,"0"0,-1 0,19 0,-1 0,0 0,-17 0,17 0,0 0,1 18,-1-18,-17 0,17 0,-18 0,19 0,-19 0,19 0</inkml:trace>
  <inkml:trace contextRef="#ctx0" brushRef="#br0" timeOffset="190038.5027">20973 16087,'0'-18,"-18"36,0-1,-52 1,52 17,-17-17,0 17,-1 0,19-17,-19 35,36-35,-17-1,-1 36,-17 35,17 1,18-54,0 18,0 0,0-36,0 19,0-1,0 0,0 0,18-17,-18 0,18 17,-18-17,35-1,-35 1,17 0,1-1,0 1,-1-1,1 1,17-18,1 0,-1 0,-18 0,1 0,17 0,-17 0,0 0,-1 0,1-18,0-17,-1-18,1 18,-18 0,17-1,-17 19,0-1,0-17,0 17,-17 18,-1 0,1 0,-1 0,0 0,1 0,-1 0,0 0,1 18,-36 0,35 17,1-18,-19 19,19-1,17 18,-18 0,18-36,0 19,0-19,0 36,0-17,0-19,0 1</inkml:trace>
  <inkml:trace contextRef="#ctx0" brushRef="#br0" timeOffset="192173.9022">21661 16669,'0'35,"0"-17,0 17,0-17,0-1,0 1,0 0,0-1,0 1,0-1,17 1,1 0,-1-1,-17 1,18 17,0-17,-1 0,1-18,0 0,-1 0,19 0,-19 0,1-36,0 1,-1 0,1 17,-18-17,0 52,0 19,17-1,1-17,0-1,-1 1,1-18,0 0,-1 0,1-18,-18-35,18 18,-18 0,0 0,17 17,-17 0,0 1,0-1,-17 18,17-18,0-17,-18 17</inkml:trace>
  <inkml:trace contextRef="#ctx0" brushRef="#br0" timeOffset="194157.9816">22613 16792,'-18'-17,"1"-1,-1 18,1 0,-1 0,0 0,1 0,-1 0,-17 0,17 18,-17-1,-1-17,19 18,-1 17,-17-35,17 18,1-1,-19 1,36 0,0-1,0 1,0 0,18-18,0 17,-1-17,19 36,-1-36,0 0,-17 0,17 0,-17 0,-1 0,1-18,-18 0,18-17,-1 35,-17-18,0-17,0 0,18 0,-18 17,0 0,18 1,-18-1,0 0,17-17,1 35,-1 0,-17 18,0 17,0 18,18-53,-18 35,0-17,18 17,-1-17,-17-1,0 1,18 0,-18-1,18-17,-1 0,1 18,-18 0</inkml:trace>
  <inkml:trace contextRef="#ctx0" brushRef="#br0" timeOffset="195654.4517">22842 16828,'0'-18,"18"18,17 18,1 17,-19-18,1 19,-1-36,-17 17,36 1,-19-18,1 0,0 0,-1 0,1-18,0 1,-1-19,-17 19,0-18,18 17,-18-17,0 17,0-17,0 17,0 0,0 36,18 17,-18 1,17-1,-17 0,18 36,-18-54,17 36,1 0,-18-18,18 1,-1-36,-17 35,0 0,0 1,0-19,0 1,0-1,0 1,-17 0,-1-1,18 1,-35-18,35 18,-18-18,-17 17,17 1,1-18,-1 0,0 0,1 0,-1 0,-17 0,-1 0,1 0,18 0,-19 0,19 0,-1 0</inkml:trace>
  <inkml:trace contextRef="#ctx0" brushRef="#br0" timeOffset="197381.745">23636 16669,'-18'-18,"1"18,-1 0,1 0,-1 0,0 0,1 0,-1 18,0-18,-17 17,17 1,18 0,0-1,0 1,0 0,0-1,0 1,0 0,0-1,0 1,0-1,18-17,-18 36,18-36,-1 0,1 0,0 0,-1 0,1 17,17 1,-17 0,-1-1,-34 1,17 0,-18-1,-17-17,17 0,-17 18,17-18,-35 0,18 0,18 0,-54 0,36 0,-1 0,-16 0,34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32:07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14005 7814,'18'0,"0"0,17 0,18 0,17 18,1-18,17 0,36 0,-19 0,1 0,18 0,-1 0,-35 0,1 17,-19-17,-17 18,0-18,-18 18,0-18,1 0,-19 0,19 0,-1 0,18 0,-18 0,0 0,18 0,0 0,-17 0,-1 0,18 0,0 0,0 0,-1 0,19 0,0 0,34 0,19 0,-54 0,19 0,16 0,37 0,-72 0,18 0,-17 0,-1 0,1 0,17 0,-35 0,0 0,-18 0,18 0,-17 0,-1 0,35 0,-17 0,18 0,-18 0,0 0,17 0,-52 0,35 0,-36 0,19 0,-19 0,19 0,-19 0,1 0,17 0,18 0,-35 0,35 0,-36 0,1 0,17 0,-17 0,-1 0,1 0,-18-18,18 18,-1 0,1 0,0 0,17 0,-17-18,-1 18,1 0,-1 0,1-17</inkml:trace>
  <inkml:trace contextRef="#ctx0" brushRef="#br0" timeOffset="2433.0536">15787 6033,'0'17,"0"1,0 17,0 18,0-18,0-17,0 35,0-36,0 19,0-19,0 19,0-19,0 1,0 0,17-18,-17-36,0-17,0 0,0 1,0 16,0 1,18 0,0 17,-18-35,0 0,0 36,17-19,-17 19,0-19,0 1,0 0,0 17,18 1,0-1,-1-17,1 35,0 0,-1 0,18 0,-35 17,0 1,18 17,0-17,-18 17,0 0,0 1,0-1,0-17,0-1,0 1,0 0,0-1,0 18,0-17,-18-18,0 18,1-18,-1 17,1 1,-19-18,54 0,0 0,-1 0,1 0,-1-18,1 18,17 0,-17 0,0 0,17 0,0 0,-17 0,-18 18,18-18,-1 18,-17-1,18 1,-18 17,0-17,0-1,0 1,0 0,-18 17,1-17,-1-18,18 17,-18-17,-17 18,17-18,1 0,-1 0,0 0,1 0,-1 0,0 0,1 0,-1 0,1 0,-19 0,19 0,-19 0,19 0,-1 0,0 0</inkml:trace>
  <inkml:trace contextRef="#ctx0" brushRef="#br0" timeOffset="4016.7205">16598 5962,'0'-18,"0"1,-35 17,17 0,-17-18,17 0,-17 18,0 0,-36-17,54 17,-19 0,1-36,0 36,17 0,1 0,-1 0,-17 0,35 36,0-19,0 19,0-19,0 1,17 17,1-35,0 18,34 0,-34-1,0 1,-1-1,1-17,0 36,-1-36,19 17,-19-17,1 18,-1 0,1-18,0 0,-18 17,17-17,1 18,0 0,-1-18,-17 17,36 1,-36-1,0 19,0-19,0 19,0-19,-36-17,19 0,-1 18,0-18,1 0,-1 0,0 18,1-18,-1 0,1 0</inkml:trace>
  <inkml:trace contextRef="#ctx0" brushRef="#br0" timeOffset="6736.2497">2787 9208,'35'0,"-17"0,35 0,35-18,53 18,35 0,19 0,16 0,89 0,-71 0,1 0,-1 0,-53 0,-70 0,0 0,-53 0,0 0,-18 0,-17 0,-1-18,1 18,0 0,17 0,-17 0,35-17,-36 17,54 0,17 0,53 0,-35 0,35 0,35 0,-70 0,35 0,-35 0,-35 0,-18 0,-36 0,19 0,-19 0,1 0,-1 0,1-18,0 18,17 0,0 0,1 0,-1 0,-18 0,54 0,-18 0,17 0,1 0,0 0,-18 0,-1 0,1 0,-17 0,-19 0,1 0,0 0,-1 0</inkml:trace>
  <inkml:trace contextRef="#ctx0" brushRef="#br0" timeOffset="8865.0888">4269 7708,'17'-17,"1"17,0 0,-1 0,18 17,-35 18,18-17,0 0,-1 35,1-53,-18 17,0 19,18-19,-18 1,17 17,-17 0,18-35,-18 36,18-19,-18 1,35 17,-35-52,0-1,0-35,0 35,0-17,17 18,-17-1,0 0,18 1,0 52,17 0,-35 0,53 1,-53-1,53 18,-35-35,34 34,-34-34,0 0,-1-18,-17-18,0 0,0 1,0-1,0-17,0 0,0-1,0 1,0 17,0-17,0 0,0-18,0 35,0-17,0 17,0 1,0-1</inkml:trace>
  <inkml:trace contextRef="#ctx0" brushRef="#br0" timeOffset="10543.9246">5345 7708,'0'-35,"-18"35,0 0,1 0,-1 0,0 0,1 0,-1 18,0-18,18 17,-17 1,17-1,0 1,0 0,0-1,0 1,0 0,0-1,17 19,1-36,-18 17,18-17,-1 0,1 0,0 18,-1-18,1 18,0-18,-1 17,1 1,0-1,-18 1,17 0,1 17,-18-17,0-1,-18 19,1-36,-1 0,0 0,1 0,-19 0,19 0,-1 0,0 0,1 0,-1 0,0 0,1 0,-1-18</inkml:trace>
  <inkml:trace contextRef="#ctx0" brushRef="#br0" timeOffset="14152.4259">18556 9137,'18'0,"-1"0,1 0,17 0,-17 0,17 0,1 0,34 0,-17 0,18 0,17 0,-53 0,0 0,1 0,-19 0,18 0,-17 0,17 0,-17 0,17 0,-17 0,0 0,-1 0,1 0,0 0,-1 0,1 0,-1 0,19 0,-19 0,19 0,-19 0,36 0,0 0,0 0,0 0,0 0,0 0,0 0,-18 0,18 0,17 0,-17 0,0 0,-17 0,34 0,-17 0,18 0,-1 0,18 0,-17 0,17 0,18 0,-36 0,19 0,-19 0,-52 0,35 0,17 0,-17 0,-17 0,16 0,1 0,18 0,-1 0,-17 0,36 0,-37 0,19 0,35 0,-53 0,17 0,-34 0,-1 0,-17 0,-1 0,18 0,-17 0,0 0,-1 0,1 0,17 0,18 0,-18 0,1 0,17 0,-18 0,0 0,18 0,-35 0,17 0,-17 0,17 0,0 0,18 0,-18 0,1 0,-1 0,-17 0,17 0,-17-18,17 18,-18 0,1 0,0 0,-1 0,19 0,-19 0,19 0,-19 0,19 0,-19 0,18 0,-17 0</inkml:trace>
  <inkml:trace contextRef="#ctx0" brushRef="#br0" timeOffset="16480.7485">20585 7832,'35'0,"-17"0,-18 35,0 18,0-18,0-17,0-1,0 1,0 0,17-18,1 17,-36-17,18-17,0-36,0 0,0 35,0-35,0 36,0-19,0 19,0-1,0 0,0-17,0 18,18-19,-1 36,-17-35,18 35,0 0,-1 0,19 18,-19-1,-17 1,0 0,0-1,0 1,0-1,0 1,0 0,-17-1,-1 19,0-36,1 17,-1-17,-17 36,0-19,17-17,18 18,-35-18,52 0,19 0,-1 0,0 0,0 0,1-35,-1 35,-17 0,-1 0,1 0,-1 0,1 0,0 0,-1 17,1-17,0 18,-1-18,-17 18,0-1,0 1,0-1,0 19,-17-19,-1 1,0-18,-17 0,17 0,-17 0,18 0,-1 0,0 0,1 0,-1 0,0 0</inkml:trace>
  <inkml:trace contextRef="#ctx0" brushRef="#br0" timeOffset="18176.2098">21167 7743,'17'0,"1"0,-18 18,0 17,0 1,18-1,-18-17,0 35,0-36,17 18,-17-17,0-71,-17 36,-1-1,18-17,0 17,0-35,0 18,0-1,0 1,0 18,0-1,0 0,0 1,0-19,0 19,0-1,18 0,-18 1,17 17,1 0,17 0,-17 0,-1 0,19 0,-19 0,1 0,17 0,-35 17,18-17,0 18,-1-18,-17 18,18-1,-18 1,0 0,0 17,-18-17,1-18,-19 17,19 1,-1-18,0 17,18 1,-17-18,-1 0,0 0,1 0,-1 18</inkml:trace>
  <inkml:trace contextRef="#ctx0" brushRef="#br0" timeOffset="20801.0313">3510 10442,'18'0,"35"0,35 0,35 0,-34 0,52 0,0 0,0 0,-18 0,36 0,-35 0,17 0,-18 0,-17 0,0 0,-36 0,1 0,0 0,-1 0,1 0,17 0,-18 0,1 0,-1 0,1 0,0 0,-1 0,1 0,-18 0,0 0,-18 0,-18 0,36 0,-17 0,-1 0,0 0,0 0,1 0,17 0,-36 0,1 0,17 0,-17 0,0 0,17 0,-18 0,1 0,0 0,-1 0,1-17,0 17,17 0,-17 0,17-18,-18 18,1 0,0 0,-1 0,1-18,-18 1</inkml:trace>
  <inkml:trace contextRef="#ctx0" brushRef="#br0" timeOffset="23944.8636">5168 9366,'0'-17,"35"17,-35 17,0 1,0 0,0 17,18-35,-18 17,0 19,0-19,0 1,18 0,-1-1,-17-34,0-19,0 1,0 17,0-34,0 34,0-17,18 17,0-17,-1 17,1 0,0 1,-1 17,1 0,0 0,-1 0,1 0,-1 0,1 0,-18 35,0-17,0 17,0-17,-35-1,17 1,1-18,17 18,-18-18,0 0,54 0,-19 0,1 0,-18 17,35 1,-17-18,-18 17,0 19,17-19,1 1,0-18,-1 18,-17-1,18-17</inkml:trace>
  <inkml:trace contextRef="#ctx0" brushRef="#br0" timeOffset="25968.2223">5856 9260,'0'18,"18"-18,-18 18,0 17,0-17,17 52,-17-52,0 17,0 0,0-17,0 17,18-17,-18-71,0 18,0-18,0 18,0 17,0 0,0-17,0 17,0 1,0-1,0 0,0 1,0-1,0 1,18-19,-1 36,1 0,0 0,17 0,-17 0,-1 0,1 0,-1 0,1 0,17 18,-35 0,36-1,-36 1,17-18,-17 17,18 1,-18 0,0-1,-18 1,1-18,17 18,-36-1,19 1,-19-18,19 0,-1 0,-17 0,17 18,-17-18</inkml:trace>
  <inkml:trace contextRef="#ctx0" brushRef="#br0" timeOffset="28432.2378">10548 10672,'0'-18,"18"0,-1 18,1 0,35 0,-35 0,34-17,1-1,36 18,-1 0,0 0,53 0,-53 0,0 0,1 0,34 0,-52 0,35 0,-36 0,-17 0,-18 0,1 0,16 0,-34 0,0 0,-1 0,1 0,0 0,17 0,-17 0,52 0,36 0,-18 0,36 0,-1 0,-17 0,-36 0,19 0,-36 0,-36 0,19 0,-19 0,18 0,1 0,-1 0,18 0,17 0,1 0,17 0,18 0,18 0,-19 0,1 0,35 0,-53 0,18 0,-35 0,-1 0,-17 0,0 0,-17 0,-1 0,0 0,-17 0,-18-18,17 18,19 0,-19 0,1 0,0 0,-1 0,18 0,-17 0,0 0,17 0,-17 0,17 0,-17 0,-1 0,1 0,0 0,-1 0,1 0,35 0,-36 0,1 0,17 0,-17 0</inkml:trace>
  <inkml:trace contextRef="#ctx0" brushRef="#br0" timeOffset="30200.7029">12559 9119,'-18'0,"1"0,-1 0,-17 0,17 0,0 0,1 0,-18 0,17 0,0 0,1 0,-1 0,18 36,-35-1,35 0,0-17,0-1,0 19,0-19,0 19,0-19,0 1,0 17,17-17,-17-1,36 19,-19-19,19-17,-36 18,17-18,1 0,-1 0,1 0,-18-18,35 18,-17-17,-18-1,0 0,0 1</inkml:trace>
  <inkml:trace contextRef="#ctx0" brushRef="#br0" timeOffset="31288.4966">12435 9366,'18'0,"0"18,-1-18,1 0,0 18,-1-18,-17 17,0 1,0-1,0 1,0 0,0 17,0-17,0 17,0-17,0-1,0 1,0-1</inkml:trace>
  <inkml:trace contextRef="#ctx0" brushRef="#br0" timeOffset="33431.7339">12806 9260,'0'18,"0"0,0 17,0 0,0-17,0 17,0-17,0-1,0 1,0 0,0-1,0 1,0 0,0-1,0 19,0-54,0-17,0-1,0 19,0-19,0 19,0-36,0 35,0-17,0 17,-18 1,18-1,0 0,0-17,0 18,0-1,18 18,-1 0,1 0,0 0,17 0,-17 0,-1 0,1 0,0 18,-1-18,-17 35,0-18,0 1,0 0,0-1,0 1,-17 0,-1-1,0-17,1 18,-1-18,0 0,-17 0,17 0,1 0,-1 0</inkml:trace>
  <inkml:trace contextRef="#ctx0" brushRef="#br0" timeOffset="40568.1267">4939 13370,'0'-17,"0"-1,-18 18,1-18,-19 18,1-17,17 17,1-18,-18 18,17 0,0 0,1 0,-19 0,1 0,17 0,-17 0,17 0,-17 0,18 0,-19 0,1 0,-18 18,35-1,-17-17,18 36,-1-36,18 17,0 19,0-19,0 1,0-1,18 19,-1-19,1 1,-1 0,1-1,0-17,-1 18,1 0,-18-1,53-17,-53 18,18-18,-1 0,-17 18,18-18,17 17,0-17,1 53,-1-35,-17-1,17 19,-35-19,35 36,-35-35,0-1,0 1,0 0,0-1,-35 1,17-18,1 18,-19-18,19 0,-19 0,19 0,-19 0,19 0,-1 0,1 0,-1 0,0 0,1-18,17 0,-18 1,0 17,1-18</inkml:trace>
  <inkml:trace contextRef="#ctx0" brushRef="#br0" timeOffset="42000.0549">4992 13406,'0'-18,"17"18,-17 35,0 0,0 1,0 17,0-18,0 0,0 18,0-18,0 1,0 17,0-36,0 1,18 17,0 18,-1-53,-17-18,18 1,0 17,-18-18,17 18,1 0,0 0,-1 0,1 0,-1 0,1 0,0 18,17-1,-35 1,0 0,18-1,-1 1,-17 0,0-1</inkml:trace>
  <inkml:trace contextRef="#ctx0" brushRef="#br0" timeOffset="42767.6906">5398 13847,'0'-18,"0"53,0-17,0 35,0-36,0 19,0-19,0 19,0-19,0 1</inkml:trace>
  <inkml:trace contextRef="#ctx0" brushRef="#br0" timeOffset="43544.1167">5415 13723,'18'-18,"-18"1,0-18,0 17,0 0,0 36,-18 0</inkml:trace>
  <inkml:trace contextRef="#ctx0" brushRef="#br0" timeOffset="45207.7149">5733 13882,'0'-18,"17"36,1 17,0 0,-18-17,17 17,1-17,-1 0,-17-54,0 1,0 0,0-18,0 18,0 17,0 0,0 1,18-1,-18 0,18 18,-1 0,1 0,0 0,-1 0,1 0,0 0,-1 0</inkml:trace>
  <inkml:trace contextRef="#ctx0" brushRef="#br0" timeOffset="46255.6386">6174 13370,'0'18,"0"0,0 34,0-34,0 53,0-36,0 18,0-18,0 18,0-18,0-17,17 17,-17-17,18 0,0 17,-18-18,17 1,1 0,-1-1,19 19,-19-19,1-17,0 0,-1 0,1 0,0 0,-1 0,18-17,-35-19,0 19,0-19,0 19</inkml:trace>
  <inkml:trace contextRef="#ctx0" brushRef="#br0" timeOffset="47192.2443">6103 13705,'0'-17,"18"17,-1 0,1 0,35 0,-18 0,-17 0,-1 0,1 0,0 0,-1 0,1 0</inkml:trace>
  <inkml:trace contextRef="#ctx0" brushRef="#br0" timeOffset="52248.9338">9895 13600,'0'35,"0"35,0-17,0 18,0-1,-17-17,17-17,0 17,0-36,0 18,0-17,17 17,-17 1,18-1,0 0,-18-52,0-19,0 1,0 17,0-35,0 36,0-1,0 1,0-36,0 35,0-17,0 17,0-17,0 17,-18-17,18 0,-18-1,18 19,0-19,0 19,0-1,0 1,0-19,53 19,18-19,-53 36,-1 0,1 0,-1 0,1 0,0 0,-1 0,1 0,0 18,-18 0,0-1,0 19,0-1,0 0,-18-35,0 18,1-18,-1 0,18 17,-35-17,17 18,18 0,-17-18,-1 0,36 0,-1 0,1 0,-1 0,1 0,0 0,-1 0,1 0,0 0,-1 0,1 0,0 17,17 1,-35 0,17-18,-17 17,36 1,-36-1,17-17,-17 36,0-19,0 19,0-19,-17-17,17 18,-53 0,35-1,1-17,-1 18,-17-1,-1-17,36 18,-17-18,-1 0,0 0,-17 0,18 18,-19-18,1 17,17 1,1-18,-1 0,0 0</inkml:trace>
  <inkml:trace contextRef="#ctx0" brushRef="#br0" timeOffset="53712.7373">10813 13582,'-36'0,"19"-18,-19 18,19 0,-1 0,1 0,-1 0,0 0,1 0,-1 0,0 0,1 0,-19 0,36 18,0 0,0-1,0 1,0 0,0-1,0 1,0-1,0 1,0 0,0-1,18 1,0 0,-1-18,1 17,0 1,-1-18,1 18,0-18,17 35,-18-35,-17 17,18 1,0-18,-1 18,-17-1,0 1,0 0,-35-1,0-17,17 18,-17-18,17 0,-17 0,17 0,-17 0,17 0,71 18</inkml:trace>
  <inkml:trace contextRef="#ctx0" brushRef="#br0" timeOffset="56839.6948">18027 13705,'18'0,"-1"0,1 0,0 0,-1 36,-17-1,18-35,-18 35,0 1,0-1,17-18,1 19,0-19,-1 19,-17-19,0 1,0 0,0-1,36 18,-36-17,0 0,0-1,0 1,0-53,0 17,17-17,-17 17,18 1,-18-1,0 0,0 1,18-1,-18 0,0 1,17-19,1 19,-18-1,17 18,1 18,0-1,-1 1,-17 0,0-1,18 1,-18 0,18-1,-1 1,1 0,0 17,-18-18,0-34,0-1,0-35,0 36,0-36,0 0,17 0,-17 18,0-1,0 19,0-1,0 0,0 1,0-1,0 1</inkml:trace>
  <inkml:trace contextRef="#ctx0" brushRef="#br0" timeOffset="58424.249">18962 13582,'-18'-18,"1"18,-1 0,0 0,1 0,-1 0,0 0,1 0,-1 0,0 0,-17 0,18 18,17 0,0 17,0-17,0-1,0 1,0-1,0 19,17-19,1 1,-1-18,1 0,0 18,17-1,-17-17,-1 0,-17 18,18 0,17-1,-35 1,18-18,-1 17,19 19,-19-19,-17 1,0 0,0-1,0 1,0 0,0-1,-17-17,-1 18,0-18,1 0,-1 0,1 0,-1 17,0-17,-17 0,17 0,1 0,-1 0,0 0,1 0,-1 0</inkml:trace>
  <inkml:trace contextRef="#ctx0" brushRef="#br0" timeOffset="61960.3928">4445 14958,'0'17,"0"36,0-35,0 17,-18 1,18-1,-17 18,17 0,0-36,-18 1,18 0,0-1,0 18,0-17,0 0,0-36,0 0,0-52,0 35,18-1,17-34,-17 17,-1-18,36 1,-35 35,-18-18,0 0,35 17,-35 1,0 17,18-17,-18 18,17-19,-17 19,18-1,0 18,-1 0,19 0,-1 0,-17 0,17 18,-18-1,-17 36,0-35,0 17,0-17,0 35,0-18,0-17,0-1,0 1,0 0,-17-1,-1-17,1 0,-19 0,36 18,-17-18,-1 0,0 0,1 17,-19 1</inkml:trace>
  <inkml:trace contextRef="#ctx0" brushRef="#br0" timeOffset="63552.8901">5168 15134,'-17'0,"-19"0,19 0,-19 0,1 0,17 0,1 0,-1 0,18 18,0-1,0 19,0-1,0-17,0-1,18-17,-1 0,1 0,0 0,-1 0,1 0,0-17,-18-1,0 0,0 1,17-1,1 36,-18-1,18 19,-1 17,1-18,-18 35,35-34,-17-1,-18 0,17-35,-17 18,-17-18</inkml:trace>
  <inkml:trace contextRef="#ctx0" brushRef="#br0" timeOffset="64833.9277">5362 15275,'0'36,"0"-19,0 18,0-17,0 17,0-70,0-18,0 18,0-18,0 0,0 35,0 1,0-1,18 18,0 0,-1 0,1 0,-1 18,1-1,0 1,17 35,-17-35,-18-1,17 1,-17 0,0-1,18 18,-18 1,18-19,-18 19,0-19,35-17,-18-35</inkml:trace>
  <inkml:trace contextRef="#ctx0" brushRef="#br0" timeOffset="65705.2872">5750 14711,'0'35,"0"0,0 1,0 17,0 0,18-1,0 54,-18-53,35 18,-35-1,0-34,17 16,1 1,0-17,-18-19,35 19,-35-19,18 1,17-18,-17 0,-1 0,19 0,-1-18,-18 1,-17-1,0 0,0 1,0-1,0 0,0 1,0-1</inkml:trace>
  <inkml:trace contextRef="#ctx0" brushRef="#br0" timeOffset="66553.1834">5609 14975,'18'0,"-1"0,1 0,0 0,-1 0,1 0,0 0,17 0,0 18,-17-18,17 18,0-18,-17 0,0 0,-1 0,1 0,0 17</inkml:trace>
  <inkml:trace contextRef="#ctx0" brushRef="#br0" timeOffset="70360.0263">8343 14958,'0'35,"0"0,0 1,0 17,0-36,0 36,0-35,0 17,0 18,0-35,0-1,0 1,0-1,0 1,0 0,0-36,0-17,0-18,18 0,-18 0,17 35,-17-34,0 16,0 19,0-1,0 0,18 1,-18-1,0 0,0-17,18 18,-1-1,1 0,0 18,-1 0,1 0,0 0,17 0,-17 0,-1 36,-17-1,0 18,0-36,0 19,0-19,0 1,0 0,-17-18,-1 17,0-17,1 0,17-17,17 17,1-18,0 18,-1 0,18 0,-17 0,17 0,-17 0,17 0,-17 18,0-1,17 1,-18-1,-17 1,0 0,18-18,-18 17,0 19,0-19,-18-17,18 18,-35 0,18-18,-1 17,-17-17,-18 0,0 18,18-18,17 0,0 35,1-35,-1 0,0 0,1 0,-1 0,0 0,1 0,-19 0,1 0</inkml:trace>
  <inkml:trace contextRef="#ctx0" brushRef="#br0" timeOffset="71888.2731">9013 14993,'0'18,"0"-1,0 36,18-17,-18 16,0-16,0-19,0 36,0-35,0 35,0 0,0-36,0 36,0-17,0-19,0 1,-18-53,18-1,-17 1,17 0,-18-18,18 35,-35-35,35 18,0 0,0-1,0 1,0 0,0 17,0-35,18 36,-18-19,17 19,1-1,-18 1,17-1,-17 0,0 1,18 17,-18-18,18 0,-1 1,1 17,0 0,17 0,0 0,-17 0,0 0,17 0,-35 17,17-17,-17 18,18 0,-18-1,18 1,-18 17,17-17,-17-1,0 1,0 0,0 17,-35-35,17 18,-17-18,18 0,-1 17,-17 1,17-18,0 18,1-18,-1 0,0 0</inkml:trace>
  <inkml:trace contextRef="#ctx0" brushRef="#br0" timeOffset="75256.3051">10319 14852,'-18'0,"18"18,0-1,0 19,0-1,0 0,0-17,0 17,0-17,-18 17,18 0,-17 0,17-17,-18 0,18 17,0 0,0-17,0-71,0 0,0 35,0-34,18-1,-18 17,17 1,1 17,-18 1,0-1,0 1,0-1,35 0,-35 1,18-1,-18 0,35 1,-17 17,-18-18,18 0,-1 18,-17-17,18 17,0 0,-1 0,1 0,17 0,-17 17,-18 1,0 0,0 17,0-17,0-1,0 36,-18-18,18 1,-18-36,1 17,-18 1,35 0,-36-18,36 17,-17-17,-1 18,0-18,1 0,-1 0,0 0,1 0,34 0,1 0,0 0,-1 0,19 0,-1 18,0-18,-17 35,-1-35,1 17,0 1,-18 0,17-1,1-17,0 18,-1-18,19 0,-19 0</inkml:trace>
  <inkml:trace contextRef="#ctx0" brushRef="#br0" timeOffset="77688.1996">10795 14905,'0'18,"0"34,0-34,0 17,0-17,0 17,18-17,-18 0,17 34,-17-34,18 17,-18-17,0 0,0-1,18-17,-18 18,0 0,0-1,0 1,0-1,0 1,-18-36,18-17,-18 18,1-36,-1 17,18-17,0 18,-18 18,18-19,0 1,0 0,0 17,0-17,0 17,0 1,0-1,0 0,0 1,0-1,0 0,0 1,18 17,17 0,-17 0,0 0,-1 0,1 0,-1 0,1 0,0 0,17 35,0-17,-35-1,36 1,-36 0,0 17,0-18,0 1,0 0,0-1,0 19,-18-19,0-17,1 0,-19 18,19-18,-1 0,0 0</inkml:trace>
  <inkml:trace contextRef="#ctx0" brushRef="#br0" timeOffset="81897.1273">12206 14746,'0'-18,"-18"18,-17 0,18 0,-1 18,-17 17,35-17,-18 17,0-17,1 0,-1-1,18 19,0-19,0 1,0-1,0 19,0-19,0 1,0 0,0-1,0 1,0 0,0-1,18-17,-18 18,17-1,1-17,0 18,-1-18,19 18,-19-18,1 0,-1 0,1 0,0 0,-1 0,1 0,0 0,-1 0,1 0</inkml:trace>
  <inkml:trace contextRef="#ctx0" brushRef="#br0" timeOffset="82897.2342">12294 15081,'18'0,"0"0,-1 0,-17 18,0 0,0 17,0 0,0-17,0 17,0-17,0-1,0 1,-17 0,17-1,0 1,0-1,-36 1,36 0,0-1,36-17,-19 0</inkml:trace>
  <inkml:trace contextRef="#ctx0" brushRef="#br0" timeOffset="84375.7721">12682 14923,'0'35,"0"-18,0 36,0-35,0 17,0-17,0 17,0-17,0 17,0-17,0-1,0 1,0 17,0-17,0 0,0-1,0-52,0 17,0 1,-17-19,17 19,0-1,0-35,0 18,0 0,0-1,0 19,0-19,0 19,0-1,0 1,0-1,0 0,0 1,17-1,-17 0,18 1,0 17,-1-18,1 18,0 0,-1 0,1 0,17 0,-35 35,0-17,0 17,0-17,0 17,0 0,-18-35,1 36,-1-36,1 0,-1 17,0-17,1 0</inkml:trace>
  <inkml:trace contextRef="#ctx0" brushRef="#br0" timeOffset="88264.2962">17110 14746,'0'35,"0"1,0-1,0-17,-36 17,36 0,-17 0,17 18,0-17,0 17,0-1,-18-34,1 35,17-35,-18-1,18-52,0 0,0 17,0 0,0-34,18 16,-1 1,18 0,-35 17,18 0,0-17,-1 18,1-1,0 0,-1 18,1 0,0 0,-1 0,1 0,-1 0,-17 18,0 17,0-17,0 17,0-17,0-1,0 19,0-19,-17 1,-18 0,-1-1,19-17,-1 0,0 0,54 0,-19 0,19 0,-19 0,18 0,-17 0,17 0,-17 0,-18 18,0-1,0 1,0 17,0-17,0 0,-18-18,1 17,-1-17,0 0,-17 0,0 0,0 0,17 0,0 0,1 0,-1 0,0 0,-17 0</inkml:trace>
  <inkml:trace contextRef="#ctx0" brushRef="#br0" timeOffset="89783.8436">17515 14870,'0'17,"0"19,0-1,0-18,0 19,0 17,0-36,0 1,0 0,0 17,0-18,0 1,0 0,0-1,0 1,-17-18,-1 0,18-35,0 17,0-35,0 36,0-1,0 0,0 1,0-1,0 0,0-17,18 0,-1 17,1 1,-18-19,18 1,-1 17,-17-17,18 17,0 1,-1 17,19 0,-19 0,18 0,-35 17,18 1,0 0,-18-1,0 1,0 0,0-1,0 1,0 0,0-1,0 1,-18-18,0 35,-17-35,18 0,-1 0,-17 0,-1 0</inkml:trace>
  <inkml:trace contextRef="#ctx0" brushRef="#br0" timeOffset="92447.8733">18609 14764,'0'17,"0"1,0 0,0-1,0 19,0-19,0 19,-18-1,18 0,0-17,0 17,0-17,0-36,0-17,0 17,0-17,0 0,0-18,0 17,0 1,0-18,0 35,0-17,18 18,0-1,-18 0,35 1,-17 17,17 0,-17 0,-1 0,1 0,17 0,-17 0,-1 0,1 0,-18 17,0 1,0 17,0 0,0-17,-18 0,-17-18,17 0,1 0,-18 17,17-17,0 18,36 17,17 1,0 17,1-1,-1-16,-17-1,-1-17,1-1,0 19</inkml:trace>
  <inkml:trace contextRef="#ctx0" brushRef="#br0" timeOffset="94113.0231">19032 14799,'0'35,"0"1,0-1,0-17,0 34,0-34,0 17,0-17,0 17,0-17,0 17,18-17,-18 35,0-36,0 19,18-19,-18 19,0-19,0-34,0-1,0 0,0 1,0-1,0 0,0 1,0-19,0 19,0-1,0-17,0 0,0 17,0-17,0-1,0-16,0-1,0 35,0-17,0 17,0-17,0 17,17 18,19 0,-1 0,-18 0,19 0,-19 0,1 0,0 0,17 0,-35 53,0-35,0 17,0-17,0-1,0 19,0-19,-18-17,18 18,-17-18,-1 17,-17-17,17 0,0 18,-17-18,18 0,-1 0,0 0</inkml:trace>
  <inkml:trace contextRef="#ctx0" brushRef="#br0" timeOffset="95536.0971">20585 14623,'0'0,"-18"0,0 0,-17 0,17 0,1 0,-1 0,0 0,-17 0,18 0,-19 0,19 0,-1 0,0 0,1 17,-1 19,18-1,0 0,0 0,0-17,0 17,0-17,0 0,0 35,35-1,-17-16,17-1,-17 0,17 18,0-35,-17-1,0 1,-1-18,1 18,0-18,-1 0,19 0,-19 0,1 0,0 0,17 0,-18 0,1 0</inkml:trace>
  <inkml:trace contextRef="#ctx0" brushRef="#br0" timeOffset="96536.2851">20638 15046,'17'0,"18"0,-35 18,0-1,0 1,0 0,0-1,0 1,0-1,0 19,0-1,0-17,0 35,0-18,0 0,0 0,0 1,0-19,0 1,0 0,0-1</inkml:trace>
  <inkml:trace contextRef="#ctx0" brushRef="#br0" timeOffset="98167.6569">20884 14711,'0'17,"0"1,0 35,0-35,0 17,0 0,0-17,0 0,0 17,0-18,0 1,0 0,0-1,0 1,0 0,0-1,0 1,0 0,0-1,0-87,-35-1,35 1,0 17,0 0,0 17,0 19,0-1,0 0,18 18,-1-17,-17-1,18 1,0-1,-18 0,17 1,1-1,17 18,-17 0,17 0,-17 0,-1 0,19 0,-36 18,17-18,-17 17,0 1,0 0,36-1,-36 1,0 17,0-17,-18-1,0 1,1 0,-1-1,0 1,1 0,-18-18,-18 35,35-35,0 0,1 0,-19 0,1 0,18 0</inkml:trace>
  <inkml:trace contextRef="#ctx0" brushRef="#br0" timeOffset="101657.2457">9525 14093,'0'-17,"-18"17,1 0,-1 0,-17 0,0 0,17 0,-17 0,-1 0,19 0,-19 0,19 0,-18 17,17 1,-17 17,-1-17,19 0,-19-1,19 1,-36 0,53-1,-18-17,1 36,-1-19,0 18,18 1,-35-1,35 0,0-17,-18-18,18 18,0-1,0 1,-17-18,-1 17,18 1,0 0,-18-18</inkml:trace>
  <inkml:trace contextRef="#ctx0" brushRef="#br0" timeOffset="103592.3552">10301 14305,'18'18,"17"17,-35-17,35 52,-17-70,-18 36,18-1,-18 0,35 0,-17 1,-1-19,1 19,-1-1,-17-18,36-17</inkml:trace>
  <inkml:trace contextRef="#ctx0" brushRef="#br0" timeOffset="104567.8605">10936 14041,'18'0,"17"0,0 0,-35 17,36 1,17 17,-18 0,53 18,-53-17,18-19,-18 19,54-1,-54-18,-17 1,52 17,-35-17,18 0,0-1,-35 1,17 0,18-18,-53 17,35 1,-17-18,0 17,-1 1,19 0,-36-1,17 1</inkml:trace>
  <inkml:trace contextRef="#ctx0" brushRef="#br0" timeOffset="106200.3923">17815 14235,'-17'0,"-1"35,-17 0,35 18,-53-18,35 18,-17-17,17-19,-17 18,0 1,-1-1,1-17,35-1,-17 1,-1 0,18-36</inkml:trace>
  <inkml:trace contextRef="#ctx0" brushRef="#br0" timeOffset="107248.0862">18856 14235,'0'-18,"18"18,-1 0,1 18,0-18,-1 17,-17 1,18 17,-1-17,19 17,-36-17,0-1,0 1,17 0,1-18,-18 17,0 1,0 0,0-1,18 18</inkml:trace>
  <inkml:trace contextRef="#ctx0" brushRef="#br0" timeOffset="108423.8226">19297 14199,'18'-17,"-1"17,1 0,0 0,-1 17,1 1,17-18,0 18,-17-18,-18 17,18-17,-1 18,1-18,17 18,0-1,-35 1,18-18,0 17,-1-17,1 0,17 18,18 0,0-1,18 1,-36-18,0 18,-17-1,17 1,-17-18,-1 0,19 35,-19-17,19-18,-1 35,-17-35</inkml:trace>
  <inkml:trace contextRef="#ctx0" brushRef="#br0" timeOffset="112744.2127">6862 16404,'0'18,"0"-1,0 19,0-19,0 1,0 0,0-1,0 1,0 0,0-1,0 1,0 17,0 0,0-52,0-19,0-16,0-1,0 0,17 17,1 1,-1 18,19-36,-19 35,-17-17,18-1,17 19,-35-1,18 18,-18-17,18 17,-18-18,17 0,1 1,-18 34,0 19,0-19,0 18,0-17,-18 0,18-1,-17-17,-1 18,0-18,1 18,-19-1,1 1,0 0,17-1,1 1,-1-1,0 1,36-18,0 0,-1 0,36 0,-18 0,18 0,0 0,0 0,-18 0,1 0,-1 0,-17 0,-1 0,1 18,-18-1,0 1,0 0,0-1,18 1,-1-18,-17 18,0-1,0 1,0-1,-17 1,-1 0,-17-18,-1 0,19 0,-1 0,-17 0,-1 0,19 0,-18 0,17 0,-17 0,17 0,0 0,1 0,-1-18</inkml:trace>
  <inkml:trace contextRef="#ctx0" brushRef="#br0" timeOffset="114359.5264">7673 16298,'0'-35,"-18"35,1 0,-19 0,19 18,-1-1,0-17,1 18,17 0,-35-1,35 1,0 0,0 17,17-18,1 19,-1-36,1 17,0 1,-1-18,1 18,0 17,-1-17,-17-1,0 1,0-1,0 1,-35 0,17-18,1 0,-19 0</inkml:trace>
  <inkml:trace contextRef="#ctx0" brushRef="#br0" timeOffset="116535.9994">7832 16351,'17'0,"-17"18,0 17,0 0,0-17,0 17,0-17,0 17,0-17,0 0,0 17,0-18,0 1,36 17,-36-17,0 0,0-1,0-34,0-19,0 1,0 17,0 1,0-36,0 35,0-17,0 17,0-17,0 0,0 17,0 1,0-1,0 0,0-17,0 17,17 18,1-17,0 17,-1 0,1 0,-1 0,1 0,0 0,-1 0,-17 17,0 1,0 0,0-1,0 1,0 0,0-1,0 1,0-1,-17 1,-1-18,0 0,18 18,-17-18,-1 17,36-17,-1 0,1 0,17 0,1 0,-19 0,1 0,0 18,-1-18,1 35,-1-35,1 18,0 0,-18-1,0 1,17-1,-17 1,0 0,-17-18,-1 0,0 0,1 0,-1 0,1 0,-1 0,0 0,1 0,-1 0,0 0,1 0,-19 0,19 0,-1 0,1 0,17-36</inkml:trace>
  <inkml:trace contextRef="#ctx0" brushRef="#br0" timeOffset="117919.6415">8308 16334,'0'-18,"18"18,-1 0,1 18,-1 17,-17-17,0-1,0 18,0 1,0-1,0-17,0-1,0 1,0 35,0-18,18-17,-18 17,0-17,0-1,-18-17,1-53,17 18,0-18,0 0,0 18,0 0,0-1,0 19,0-18,0 17,0-35,0 35,0 1,0-19,17 36,-17-17,18-1,17 1,-17 17,17 0,-17 0,17 0,1 0,-19 35,1-18,-18 1,0 0,0-1,0 1,0 0,0-1,0 1,-18-18,1 18,-1-18,0 17,1-17,-1 0,18 18,-18-18,1 17,-1-17</inkml:trace>
  <inkml:trace contextRef="#ctx0" brushRef="#br0" timeOffset="120696.97">9454 16210,'0'35,"0"-17,0 17,0 1,0-19,0 36,0-35,0 17,0-17,0-1,0 1,0 0,0-1,0 36,0-18,0 1,0-1,0-17,0-1,-17-34,17-1,0-35,0 35,0-34,0 34,0-17,0 17,0-17,0 17,17 0,1-17,-18 0,0 17,18 1,-1-19,-17 19,18-19,0 1,-1 35,1 0,0 0,-1 18,1-1,-1 1,-17 17,0 1,0-19,0 1,0 0,0-1,-17 1,-18-1,-1 1,36 0,-17-18,-19 17,36 1,36-18,-19 0,19 0,-19 0,1 0,-1 0,19 0,-19 0,1 0,0 0,17 0,-17 18,-1-18,-17 35,36-17,-36-1,0 1,17-18,-17 17,0 19,0-19,0 1,0 0,-17-18,-1 0,-17 0,17 0,-17 0,17 0,-35 0,35 0,-17 0,18 0,-19 0,19 0,-1 0,0 0,1 0,17-18,0 0</inkml:trace>
  <inkml:trace contextRef="#ctx0" brushRef="#br0" timeOffset="122104.4857">10160 16298,'0'-17,"0"-1,0 0,-35 1,17 17,-17 0,17 0,1 17,17 1,0 0,0-1,0 1,0 0,0-1,0 19,35-36,-35 17,17-17,19 18,-36-1,17 1,1 0,0-18,-18 17,17 19,-17-1,0-17,18-1,-18 1,-18-18,1 17,-1 1,0-18,1 0,-1 0,-17 0,17 0,-17 0,17 0,1 0,-19 0,1-18,17-17</inkml:trace>
  <inkml:trace contextRef="#ctx0" brushRef="#br0" timeOffset="123896.1258">10407 16334,'0'35,"0"-17,0 17,0-18,0 19,0-1,0 0,0 1,0-19,0 1,0-1,0 1,-18-71,18 0,0 0,0 18,0-18,0 36,0-19,0 19,18-19,0 19,-1 17,1-18,0 18,-1-18,1 1,-1 17,1 0,0 0,-1 0,1 0,0 0,-18 17,0 19,0-19,0 1,0 0,0-1,0 1,0 0,-18-18,18 17,-35-17,17 0,0 0,1 0,17 18,0-1,0 19,17-19,19 19,-1 34,-17-35,17 1,-35-19,35 1</inkml:trace>
  <inkml:trace contextRef="#ctx0" brushRef="#br0" timeOffset="125256.6746">10795 16334,'0'17,"0"36,0-35,0 35,0 0,0-36,0 19,0-1,0 0,0-17,0 17,0-17,0-1,0 1,0 0,0-36,0-35,0 35,0-52,0 35,0 17,0-17,0-1,0 19,0-1,18 18,-18-18,17-17,1 18,-18-19,18 36,-1-17,-17-19,18 19,-1 17,1 0,0 0,-1 0,19 0,-19 0,1 0,0 17,-1-17,-17 18,0 0,0-1,0 1,0 0,0-1,-17 1,-19 17,19-35,-1 18,0-18,-17 35,17-35,1 0,17 18</inkml:trace>
  <inkml:trace contextRef="#ctx0" brushRef="#br0" timeOffset="128112.7426">12206 16334,'0'0,"0"17,0 19,0-19,0 18,0 1,18 17,-1-36,-17 19,0-1,0 0,0 0,0-17,0-36,0-35,0 36,0-1,0-35,0 36,0-36,0 35,0-17,0 17,18-17,-18 17,0 1,0-1,35-17,-35 17,18 0,0 18,17 0,-17 0,-1 18,1-18,-1 35,1-17,-18 0,0-1,0 19,0-19,-18-17,-17 0,-18 0,18 0,-18 0,18 0,17 18,0-18,54 35,-1-35,0 0,1 0,-19 0,19 0,-1 18,0-18,0 17,-17-17,0 18,35 0,-36-1,1 1,-1 0,1-1,-18 1,18-1,-18 1,0 0,0-1,0 1,-36 0,19-18,-18 0,-1 17,19-17,-1 0,-17 0,17 18,0-18,1 0,-1 0,-17 0,17-18,-17 18,17 0</inkml:trace>
  <inkml:trace contextRef="#ctx0" brushRef="#br0" timeOffset="129704.044">12894 16334,'0'-36,"-18"36,1-17,-1 17,0 0,1 0,-1-18,1 18,-1 0,0 0,18 18,-17-18,17 17,0 19,0-19,0 1,0 0,0 34,0-34,17-18,1 18,0-1,-1 1,-17 0,18-1,17-17,-35 18,0 0,18 17,-18-18,0 1,-36 17,19-17,-1 0,1-18,-1 0,0 0,1 0,-1 0,0 0</inkml:trace>
  <inkml:trace contextRef="#ctx0" brushRef="#br0" timeOffset="131016.0715">13317 16245,'-17'0,"-1"0,0 0,-17 0,18 0,-1 0,-17 0,17 0,18 36,-18-19,1 19,17-19,-18 1,18 0,0-1,0 18,0-17,0 17,0-17,0 17,18-17,-1-18,-17 18,18 34,0-34,-1-18,-17 18,18-18,0 0,17 0,-18 0,19 0,-19 0,19 0,-19 0</inkml:trace>
  <inkml:trace contextRef="#ctx0" brushRef="#br0" timeOffset="132167.5582">13300 16545,'17'0,"1"0,0 0,-1 18,1 0,-18-1,0 1,0-1,18-17,-18 18,0 0,0-1,0 19,0-1,0-17,0-1,0 19,0-19,0 1,0-1</inkml:trace>
  <inkml:trace contextRef="#ctx0" brushRef="#br0" timeOffset="133728.4738">13653 16369,'0'18,"0"17,0-18,0 19,0-19,0 19,0-19,0 1,0 0,0-1,0 18,0-17,0 17,0-17,0 17,0-17,-18-18,0-35,18-1,0-17,0 18,0 0,0 0,0 17,0-35,0 35,0-17,0 18,0-19,0 1,0 17,0 1,0-1,0-17,0 17,0 1,0-1,18 18,-18-18,18 18,17 0,18 0,-53 18,35 0,-35-1,18 1,-18-1,0 1,0 0,0 17,0-17,0-1,0 1,0 0,0-1,-18 1,0-1,1-17,-1 18,0-18,1 0,17 18,-18-18</inkml:trace>
  <inkml:trace contextRef="#ctx0" brushRef="#br0" timeOffset="137599.9424">16563 16069,'0'0,"0"18,18-18,-18 17,0 1,0 17,0 1,0 16,0 1,0-35,0 17,0-17,0 17,0 0,0 1,0-19,0 19,17-36,1 0,-1 0,1-36,-18 1,0 17,18-17,-1-18,-17 36,0-1,36-17,-36 17,0 0,17 1,-17-1,18 18,-18 18,0-1,18 19,-1-1,-17 0,18 18,-18-35,18-1,-1 19,1-19,-18 1,0 0,17-1,1-17,-18-17,18-1,-18-17,17-18,1 0,0 0,-18 18,17-18,-17 18,0 17,0-17,0 17,0 0,0 1,0-1,0 0,0-17</inkml:trace>
  <inkml:trace contextRef="#ctx0" brushRef="#br0" timeOffset="139432.1441">17357 16051,'-18'0,"0"0,1 0,-1 0,0 0,1 0,-1 0,1 0,-1 0,0 0,18 18,-17 0,17-1,0 1,0 0,0-1,0 1,17 17,-17-17,18-1,0 19,-1-36,-17 17,18-17,-1 18,1 0,0-1,-1 1,-17 0,0-1,0 1,0-1,0 1,-35-18,17 18,-17-18,18 0,-19 0,19 0,-19 0,1 0,0 0,0 0,35-18,17 18,18 0</inkml:trace>
  <inkml:trace contextRef="#ctx0" brushRef="#br0" timeOffset="141752.6448">17604 16175,'0'18,"0"17,0 18,0-36,0 19,0-1,0 0,0-17,0 17,0-17,0-36,0-17,0-18,0 18,0-18,0 17,0 19,0-18,0-1,0 1,0 17,0-17,17 35,1-18,0 18,-1 0,1 0,-1 0,19 0,-19 18,1-18,-18 35,18-17,-18 0,0-1,0 1,0 0,-18 17,0-35,1 0,17 17,-36 1,19-18,17 18,17-18,19 0,-1 17,-17-17,-1 0,-17 18,18-18,-18 18,18-18,-18 17,17-17,1 36,-18-19,35 1,-35-1,0 1,0 17,-18-17,1-18,-18 0,-1 0,19 0,-1 0,0 18,1-18,-1 0,0 0,1 0,17-18</inkml:trace>
  <inkml:trace contextRef="#ctx0" brushRef="#br0" timeOffset="143311.8845">18133 16104,'17'18,"-17"0,0 35,0-18,0 0,0 18,0 0,0-18,0 0,0-17,18 35,-18-35,18-1,-18 1,17-18,-17 18,0-36,-17-35,-1 18,18-1,0-16,0 34,0-17,0 17,0 0,0 1,0-1,0 0,0 1,0-1,0 1,0-1,18 18,-1 0,1 0,0 0,-1 0,1 0,-18 35,18-35,-18 35,0-17,0 17,0-17,0 17,0-17,-18-18,0 18,-17-1</inkml:trace>
  <inkml:trace contextRef="#ctx0" brushRef="#br0" timeOffset="146047.5055">18874 16193,'17'35,"-17"0,18-17,0 35,-18-36,17 19,-17-19,0 1,0-1,18 19,-1-36,-17 17,0 1,18-18,-18-35,0 17,35-17,-35 0,18 17,0-17,-1 17,-17 0,18 18,0 36,-18-19,17-17,-17 36,0-19,18 1,-18-1,17 1,-17 0,18-18,-18-18,0 0,0-17,0 18,0-19,0 19,0-19,0 19,0-1,0 0,0 1,0-18,0 17</inkml:trace>
  <inkml:trace contextRef="#ctx0" brushRef="#br0" timeOffset="147583.3603">19614 16087,'0'-18,"0"0,-17 18,-1 0,1 0,-1 0,0 0,1 0,-1 0,0 0,1 18,-1-18,18 18,-18-18,18 17,0 1,0 0,0-1,0 1,0 0,0-1,18 1,-18-1,18 1,-1 0,-17-1,18-17,0 18,-18 0,17-18,-17 17,18-17,0 36,-18-19,0 1,0-1,0 1,-18-18,0 0,1 0,-1 0,0 0,1 0</inkml:trace>
  <inkml:trace contextRef="#ctx0" brushRef="#br0" timeOffset="149648.2147">19826 16193,'0'17,"0"36,0-18,0-17,0 35,0-35,0-1,-18 1,1-36,17-17,0-18,-18 18,18-18,0-18,0 18,0 18,0 0,0 17,0-17,18 17,17 1,-17-1,-1 18,1 0,17 0,-17 18,0 17,-18 0,17-17,-17-1,0 19,0-19,0 1,0 0,0-1,0 1,-17-18,-1 18,18-1,-35-17,17 0,18 18,-18-18,-17 17,53-17,-1 0,1 0,17 18,-35 0,18-1,0 1,-1-18,-17 35,18-17,0-18,-1 18,1-18,-18 17,35 1,-35-1,18-17,-1 18,1 0,-18-1,18-17,-1 0</inkml:trace>
  <inkml:trace contextRef="#ctx0" brushRef="#br0" timeOffset="151176.075">20249 16122,'0'18,"0"17,0-17,0-1,0 18,0 1,0-19,18 1,-18 17,0-17,18 17,-18-17,0-1,0 1,0 0,0-71,0 35,0-17,0 17,0-17,0 17,0-17,17 0,-17 17,0 1,0-19,0 19,0-19,0 19,0-19,18 36,-18-17,18 17,-1 0,1 0,0 0,34 17,-34 1,0-18,-1 18,19 17,-36-17,0-1,0 1,0 0,0-1,0 18,-18-17,18 0,0-1,-18-17,18 18,-17 0,-19-1,19-17,-18 0,17 18</inkml:trace>
  <inkml:trace contextRef="#ctx0" brushRef="#br0" timeOffset="153599.6682">21273 16069,'0'-18,"17"18,1 18,17 17,-17 18,-1-53,1 36,0-1,-1-18,-17 1,0 0,0-1,36 1,-36 0,17-1,-17 1,0-53,0-1,0 1,0 0,0-18,18 35,-1 18,1 18,-18 0,35 17,-35 0,18-17,0 17,-1 36,1-71,0 17,-18 18,35-17,-35 0,0-36,0 0,0 1,17-36,-17 35,0-17,0 0,18-18,-18 18,0 17,0 0,0 1,0-19,0 19,0-1,0 0,0 1,0-1,0 0</inkml:trace>
  <inkml:trace contextRef="#ctx0" brushRef="#br0" timeOffset="155127.8312">22049 15998,'-18'0,"0"0,-17 36,17-36,18 17,-17 1,-1-18,18 18,0-1,0 1,0 0,0-1,0 19,18-19,-18 1,17 17,1-35,-18 18,18-1,-1 1,1-18,0 18,-1-1,1 1,-18 0,0-1,0 1,0-1,-18-17,1 0,-1 0,0 0,1 0,-1 18,0-18,1 0,-1 0,18-18,-17 18,17-17</inkml:trace>
  <inkml:trace contextRef="#ctx0" brushRef="#br0" timeOffset="156607.7494">22348 16122,'0'-18,"0"1,-17 17,-1 0,1 0,-1 17,0-17,18 18,0 0,0-1,0 1,0 0,0-1,0 18,0-17,0 17,0-17,0 0,0-1,18 1,0-18,-1 0,1 0,-1 0,1 0,0 0,17 0,-17 0</inkml:trace>
  <inkml:trace contextRef="#ctx0" brushRef="#br0" timeOffset="157816.058">22401 16316,'18'0,"0"0,-18 18,0 17,0 0,0-17,0-1,0 1,0 0,0-1,0 1</inkml:trace>
  <inkml:trace contextRef="#ctx0" brushRef="#br0" timeOffset="159400.3747">22719 16104,'0'18,"0"17,0-17,0 17,0-17,0 35,0-36,0 19,0-19,0 19,0-1,0-18,0 1,0 17,0-17,0 0,0-1,0 1,-18-53,18-1,0-17,0 18,0 18,0-1,0-17,0 17,0 0,0 1,0-1,18-17,0 35,-18-18,0 1,0-1,17 18,-17-18,18 18,-1 0,1 0,0-35,-1 35,1 0,0 0,-1 18,-17 17,0-17,0-1,0 1,0-1,0 19,-17-19,17 1,-18 0,-17-18,17 0,0 17</inkml:trace>
  <inkml:trace contextRef="#ctx0" brushRef="#br0" timeOffset="172183.547">1482 13723,'35'0,"-17"-18,-1 1,-17-1,18-35,-1 18,19 17,-1-35,-17 53,-1-17,1 17,-18-18,18 18,17 18,-17-18,-18 35,17 18,18-18,-17-17,0 0,-1 34,1-34,-18 0,18 17,-18-17,0 17,0 0,0 0,0 1,0-1,0 0,0-17,0 17,-18 0,0 18,1-35,-19 35,36-35,-17-1,-1-17,18 18,-17-18,-1 0,0 0,1 0,-1 0,0 0,1 0,17-35,0-1,17 1,1 17,0 1,-1-1,1 0,0 1,-1 17,1 0,-1 0,19 0,-19 17,1-17,17 18,-17 0,35 17,-36-17,1-18,17 0,1 35,-19-35,1 18,0-18,-1 0</inkml:trace>
  <inkml:trace contextRef="#ctx0" brushRef="#br0" timeOffset="175672.5498">1570 15187,'0'-18,"0"-17,35 35,0-17,-35-1,36 18,-1-18,0 18,-17-17,35-1,-18 18,53 0,-52 0,16 0,1 0,0 0,-17 0,16 0,-16 0,-19 0,19 0,-1 0,-17 0,17 0,-17 18,-1-1,-17 1,0 0,0-1,0 1,0-1,0 36,-17-35,-19 0,-17-1,36 1,-19 0,1-18,0 17,17-17,-35 0,36 18,-1-18,-17 17,17-17,-17 18,0-18,17 18,-35-18,0 17,-17-17,-19 18,36 0,18-18,0 0,52 0,19 0,17-18,-18 0,-17 18,-1 0,19 0,-19 0,18 0,1 0,-19 0,1 18,17-18,-17 0,17 0,0 18,1-18,-1 35,0-35,-17 0,17 18,-35-1,18-17,-1 18,1-18,17 35,-17-17,0-1,-1-17,1 18,-18 0,0-1,0 19,0-19,0 19,0-19,-18 1,-17-18,0 0,-18 0,18 0,-18 0,0 0,35 0,-17 0,17 0,1 0,-1 0,0 0,-17-18,0 18,-18-17,18-1,-1 0</inkml:trace>
  <inkml:trace contextRef="#ctx0" brushRef="#br0" timeOffset="178735.5872">917 14852,'-17'0,"-1"18,0-1,1 1,-19 35,36-36,-53 19,36-1,-1 0,1-17,-1 0,-17-1,35 18,-18-17,0-18,1 35,-1-17</inkml:trace>
  <inkml:trace contextRef="#ctx0" brushRef="#br0" timeOffset="179880.0989">441 15011,'0'-53,"18"35,-1 18,1 0,0 0,-1 0,1 0,-1 0,19 18,-36-1,35 36,-17-17,-1-19,1 19,17-19,-17 1,-18-1,17 1,1 0,0-18,-18 17,35 36,-17-17,17 16,-17-34,17 17,-18 1,1-19</inkml:trace>
  <inkml:trace contextRef="#ctx0" brushRef="#br0" timeOffset="181031.958">653 14852,'0'35,"0"-17,0 17,0 0,0 1,0-19,0 19,0-19,0 19,0-19,0 18,0-17,0 0,0-1,0 1,0 0,0-1,0 1,0 0,17-1,-17 1,0 17,0-17,-17-18</inkml:trace>
  <inkml:trace contextRef="#ctx0" brushRef="#br0" timeOffset="182519.604">335 15169,'18'0,"-1"0,1 0,0 0,-1 0,19 0,-19 0,1 0,0 0,-1 0,18 0,-17 0,0 0,-1 0,1 0,0 0,-1 0,1 0,17 0,-17 0,-1 0,1 0,0 0,17 0,-17 0,-1 0,1 0,0 0,-1 0,1 0,-1 0</inkml:trace>
  <inkml:trace contextRef="#ctx0" brushRef="#br0" timeOffset="192503.1799">758 16722,'18'0,"0"0,-1 0,19 0,-19 0,19 0,-19 0,36 0,-35 0,-1 0,1 0,0 0,-1 0,1 0,0 0,-1 0</inkml:trace>
  <inkml:trace contextRef="#ctx0" brushRef="#br0" timeOffset="193583.7887">847 16951,'17'0,"1"0,17 0,-17 0,17 0,-17 0,17 0,-17 0,-1 0,1 0,0 0,-1 0</inkml:trace>
  <inkml:trace contextRef="#ctx0" brushRef="#br0" timeOffset="195111.4977">1782 16563,'-18'0,"0"0,1 0,-1 0,0 0,18 18,-17-18,17 17,0 1,0-1,0 1,-18-18,18 18,0-1,-18 1,18 0,0 17,0-17,0-1,0 19,0-1,0-18,0 1,0 0,0-1,0 1,36 0,-36-1,17 1,1 0,-18-1,18-17,-1 0,1 0,0 18,17-18,-18 0,19 35,-19-35,19 0,-19 0,1 0,0 0,-1 0,1 0,-18-35,0 17,0 1,0-1,0 0,-18 18,-17 0,17 0,1 0,-1 18,0 0,1-1,17 1,-18-1,0-17,18 36,-17-36</inkml:trace>
  <inkml:trace contextRef="#ctx0" brushRef="#br0" timeOffset="197136.061">2399 16898,'18'0,"-1"35,1-17,-18 0,17-1,1 19,17-36,-35-18,0-17,0 17,18 0,-18 1,18 17,17 0,-17 35,-1-17,1-18,17 0,-17-18,-1-17,-17 17,0-17,0 17,0-17,0 17,0 1,0-1</inkml:trace>
  <inkml:trace contextRef="#ctx0" brushRef="#br0" timeOffset="198831.9885">3052 16880,'0'-17,"-18"17,0 0,1-18,-1 18,0 0,1 0,-1 0,18 18,0-1,0 1,0 0,0-1,0 19,0-19,0 1,18 0,-1-1,-17 1,18-18,0 0,-1 0,-17-18,18 1,-18-19,18 19,17 17,-18 0,-17 17,0 19,0-19,0 1</inkml:trace>
  <inkml:trace contextRef="#ctx0" brushRef="#br0" timeOffset="200511.6666">3228 16828,'0'17,"0"1,0 17,0-17,0-1,0 1,18-18,-18 18,17-18,18 0,-17 0,0 0,17 0,0 0,-17 0,17 0,-17 0,0-18,-1 0,1 1,-18-1,0 0,0 1,0-1,0 36,0 35,0-36,0 19,0-19,0 19,0-19,0 18,0-17,0 17,0-17,-18 0,1-18,-1 17,0-17,1 0,-1 0,18 18</inkml:trace>
  <inkml:trace contextRef="#ctx0" brushRef="#br0" timeOffset="202096.3635">3792 16810,'-35'0,"17"0,-17 0,35 18,-17-18,17 17,0 1,0 17,0-17,17-1,1-17,-18 18,17 0,1-1,0-17,-1 18,-17 0,0-1,0 1,-17-18,-1 0,0 0,-17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35:48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11977 7691,'0'-18,"0"0,17 18,19-17,-1-1,0 18,-17 0,35 0,-18 0,0 0,1 0,-19 0,1 0,0 0,-1 0,1 0,0 0,17 0,-18 0,1 0,17 0,-17 0,17 0,-17 0,17 0,-17 0,17 0,-17 0,17 0,0 0,1 0,-19 0,36 0,-18 0,18 0,0 0,18 0,-18 0,0 0,0 0,-18 0,0 0,0 0,18 0,-17 0,-19 0,18 0,-17 0,35 0,-35 0,17 0,-17 0,17 0,-17 0,-1 0,18 0,-17 0,17 0,1 0,-1 0,-17 0,34 0,-16 0,-1 0,0 0,1 0,-1 0,18 0,-36 0,19 0,-1 0,0 0,-17 0,17 0,-17 0,17 0,0 0,1 0,-19 0,19 0,-1 0,0 0,-17 0,17 0,0 0,1 0,-19 0,18 0,-17 0,17 0,-17 0,17 0,-17 0,0 0,17 0,-17 0,17 0,-18 0,19 0,-19 0,1-18,17 1,-17 17,17 0,-17 0,17 0,18 0,-18 0,1 0,-19 0,18 0,1 0,-1 0,0 0,1 0,-19 0,19 0,-19 0,18 0,-17 0,17 0,-17 0,17 0,1 0,-1 0,-18 0,36 0,0 0,-17 0,-1 0,18 0,-36 0,36 0,-35 0,0 0,-1 0,1 0,0 0,17 0,0 0,-17 0,17 0,0 0,1 0,16 0,-16 0,-1 0,0 0,1 0,-1 0,18 0,0 0,17 0,1 0,-18 0,0 0,-18 0,18 0,-36 0,19 0,-1 0,-17 0,-1 0,1 0,17 0,18 0,0 0,-18 0,1 0,34 0,-17 0,-18 0,36 0,-1 0,-17 0,0 0,18 0,-1 0,-17 0,36 0,-1 0,-53 0,36 0,-19 0,1 0,0 0,0 0,18 0,17 0,-35 0,-18 0,36 0,-1 0,-17 0,18 0,-1 0,18 0,-17 0,17 0,-17 0,-18 0,0 0,-36 0,36 0,-18 0,1 0,-1 0,0 0,1 0,16 0,-16 0,17 0,-18 0,0 0,1 0,-1 0,0 0,-17 0,17 0,0 0,-17 0,17 0,0 0,1 0,-19 0,36 0,0 0,-35 0,-1 0,19 0,-1-18,-17 18</inkml:trace>
  <inkml:trace contextRef="#ctx0" brushRef="#br0" timeOffset="1927.6137">21802 7691,'17'0,"1"0,35 0,0 0,-18 0,18 0,18 0,-1 0,1 0,17 0,35 0,-34 0,16 0,-52 0,-35 0,17 0,-17 0,17 0,-17 0,17 0,-17 0,-1 0,1 0,17 0,-17 0,-1 0,1 0,0 0,-1 0,1 0,0 0</inkml:trace>
  <inkml:trace contextRef="#ctx0" brushRef="#br0" timeOffset="4319.1617">2893 9119,'35'0,"-17"0,35 0,-36 0,54 0,-18 0,17-35,1 17,35 1,-36-1,36-17,18 0,-54 35,36-18,17-17,-70 35,18 0,-1 0,-34-18,-1 18,0 0,-17-18,0 18,-1 0,1 0,17 0,-17 0,-1-17,1 17,0 0,17 0,-17 0,-1 0,36 0,-35 0,-1 0,36 0,-35 0,17 0,-17 0,17 0,0 0,1 0,17 0,-18 0,-17 0,17 17,0-17,-17 0,35 0,0 36,-18-36,18 0,53 0,-36 17,1-17,-1 18,-17-18,18 35,-54-35,1 0,17 0,-17 0,17 0,-17 0,-1 0,54 18,-36-18,18 17,0-17,18 36,-18-36,-18 0,18 0,-18 0,0 17,18-17,-35 0,17 0</inkml:trace>
  <inkml:trace contextRef="#ctx0" brushRef="#br0" timeOffset="6407.9374">8837 9190,'-18'0,"36"0,0 0,35 0,0 0,17 0,1 0,70 0,0 0,18 0,-1 0,19 0,-36 0,0 0,18 0,-36 0,-52 0,17 0,0 0,-53 0,18 0,18 0,-36 0,18 0,18 0,-1 0,-17 0,35 0,-17 0,-18 0,35 0,-17 0,34 0,-34 0,17 0,-35 0,0 0,0 0,-35 0,34 0,1 0,-35 0,35 0,0 0,-36 0,19 0,17 0,-18 0,18 0,0 0,-18 0,18 0,-35 0,17 0,-17 0,34 0,1 0,0 0,0 0,0-18,0 18,-35 0,17 0,-17 0,-1 0,19-35,-1 35,-18 0,19 0,-1 0,-17 0,-1 0,1 0,0 0,-1 0,1 0,-1 0,1 0</inkml:trace>
  <inkml:trace contextRef="#ctx0" brushRef="#br0" timeOffset="14911.4901">12241 11271,'0'18,"0"0,0 34,0-16,0-1,0 18,0-35,0 34,0-34,0 0,0 17,0 0,0-17,0 17,0-17,0 0,0 17,0-18,0 19,0-1,0 0,0-17,0 0,-17-1,-1-17</inkml:trace>
  <inkml:trace contextRef="#ctx0" brushRef="#br0" timeOffset="16687.6831">12594 11606,'0'0,"0"-17,0-1,0 0,0-17,0 18,0-1,0 0,0-17,18 0,-1 35,1-18,0 18,-1 0,1 0,0 0,-1 0,1 0,0 0,-1 18,-17-1,18 19,-18 17,35-18,-35-18,0 36,0-17,0-1,0-17,0 17,0-17,0 17,-18-18,1 1,-18 17,35-17,-18 0,0-1,1-17,17 18,0-36,0-17,0 17,17 18,1 0,17 0,-17 0,17 0,18 0,-53 18,35-18,-35 18,36-18,-36 17,17 1</inkml:trace>
  <inkml:trace contextRef="#ctx0" brushRef="#br0" timeOffset="18662.8788">13353 11677,'17'0,"1"-18,-18 1,0 34,0 1,0 0,0 17,0-53,18 1,-18-19,0 19,-18 17,0 17</inkml:trace>
  <inkml:trace contextRef="#ctx0" brushRef="#br0" timeOffset="20239.4008">13847 11412,'0'18,"0"0,0 17,0 0,0-17,0-1,0 19,0-19,0 19,17-36,36-18,-35 0,17 1,0 17,1 0,-1 0,-18 0,1 0,17 0,-17 0,17 0,-17 0,17 0,-17 0,0 0,-1 17,-17 1,18-18,-1 35,1-17,0 0,-18-1,0 1,0 0,0-1,0 1,-18-18,0 17,-17 1,0-18,-18 18,35-18,1 0,-19 17,19 1,-19-18,1 18,-18-1,18-17,0 18,17 0,0-18</inkml:trace>
  <inkml:trace contextRef="#ctx0" brushRef="#br0" timeOffset="21111.6894">13935 11448,'0'-18,"0"0,35 18,0 0,-17-17,17 17,0-18,1 18,-19-18,19 18,-19 0,1-17,0 17,-1 0,19 0,-19 0,1 0</inkml:trace>
  <inkml:trace contextRef="#ctx0" brushRef="#br0" timeOffset="22382.9384">14799 11730,'18'0,"-1"0,1 0,-18-35,0 17,0-17,0 17</inkml:trace>
  <inkml:trace contextRef="#ctx0" brushRef="#br0" timeOffset="24919.5981">15363 11307,'18'0,"17"0,-17 0,35 0,-35 0,-1 0,1 0,0 0,-1 0,1 0,-1 0,19 0,-19 0,1 0,0 0,-1 0,-17 17,0 1,0-1,0 19,0-1,0 0,0-17,0 17,0 0,0 1,-17-1,-1 0,18 1,0-1,0 0,0-17,0 17,0-17,0 17,0-17,0-1</inkml:trace>
  <inkml:trace contextRef="#ctx0" brushRef="#br0" timeOffset="25767.7426">16122 11624,'18'-18,"-1"18,1 0,0 0,-1 0,1 0,17 0,18 0,18 0,-36 0,0 0,0 0,1 0,-19 0,19 0,-19 0,1 0</inkml:trace>
  <inkml:trace contextRef="#ctx0" brushRef="#br0" timeOffset="27006.8293">16245 11800,'36'0,"-1"0,-17 0,17 0,-17 0,17 0,-18 0,19 0,-19 0,19 0,-19 0,19 0,-1 0,0 0,-17 0,-1 0,1 0</inkml:trace>
  <inkml:trace contextRef="#ctx0" brushRef="#br0" timeOffset="45047.3816">17339 11395,'18'0,"-1"0,-17 17,0 19,0-1,0 0,0 0,0-17,-17 17,-1 18,18-35,-18 0,1 17,17 0,-18 0,18-17,-18 0,1 17,-1-17,36-18,-1 0,19 0,-19 0,1 0,0 0,-1 0,1 0,0 0,-1 0,1 0,0 0,17 0,-18 0,1 0,0 0,-1 0,1 0,17 0,-17 0,0 0,-1 0</inkml:trace>
  <inkml:trace contextRef="#ctx0" brushRef="#br0" timeOffset="46703.3639">17621 11624,'0'18,"0"-1,0 1,0 17,0-17,0 0,0-1,-17 18,17-17,0 17,-18 1,18-19,-18 1,18 0,0-1,0 18,0-17,0 0,0-1,0 19,0-19,0 1,0 17,0-17,0-1,0 1</inkml:trace>
  <inkml:trace contextRef="#ctx0" brushRef="#br0" timeOffset="48375.4569">18062 11695,'-17'-18,"17"0,0-17,0 17,17-17,1 17,0-17,17 35,-35-17,17-1,1 18,0 0,-1 0,19 0,-19 18,-17-1,18 1,17 17,-35-17,0-1,0 36,0-17,0-1,0 0,0 0,0 1,0-1,-17 18,-1 0,-17-18,17 0,0-35,1 18,-1 0,18-1,-18-17,18 18,-17-18,-1 0,18-18,0 1,0-19,0 1,18 35,-1-18,19 1,-36-1,17 18,1 0,0 0,17 0,-17 0,17 0,0 18,-17-1</inkml:trace>
  <inkml:trace contextRef="#ctx0" brushRef="#br0" timeOffset="49695.2606">18609 11606,'-18'18,"1"0,17 17,-18-17,18 17,0-17,0 17,0-18,0 36,0-35,0 17,0 1,0-1,0-18,0 36,0-35,0 0,0-1,18-17,-1 18,1-18,0 0,17 35,-17-35,-1 0,1 0,0 0,-1 0,18 0,-17 0,0 0,-1 0,1-17,0-1,-18-17,0 17,0 0,0 1,0-19,0 1,0 18,0-1,0 0,-18 1,18-1,0-17,-18-1,1 1,-1 18,18-1,0 0,-18 18,18-17,-17 17,17-18,-18 0,18 1,0-1,-17 0,-1 18,0-17</inkml:trace>
  <inkml:trace contextRef="#ctx0" brushRef="#br0" timeOffset="51999.5182">19526 11871,'-17'0,"17"18,17 17,-17-17,0-1,0-52,0-18,0 18,0-18,0 35,18-17,0 17,-18 1,17-1,1 0,-1 18,1 0,0 0,-1 0,1 0,0 18,-18 0,17-18,-17 35,0-17,0-1,0 1,0-1,0 1,0-71,0 18,0 17,36-17,-19 0,1 17,-18 0,17 1,1-1,0 18,17 0,-17 0,-1 18,-17 17,18-17,0-1,-18 1,0 0,0-1,0 1,0 17,0-17,0 17,0 0,0-17,0 17</inkml:trace>
  <inkml:trace contextRef="#ctx0" brushRef="#br0" timeOffset="53647.2144">20091 11818,'17'0,"1"0,0 0,-1 0,1 0,0 0,-1 0,18 0,-17-18,0 18,-18-17,0-1,0 1,0-1,0 0,0 1,0-1,-18 18,0 0,1 0,-1 18,1-18,17 17,-18-17,0 18,18 0,-17-1,17 1,0-1,0 1,0 0,0-1,0 1,0 17,0-17,0 0,17-1,-17 1,18-18,0 17,-1-17,1 0,17 0</inkml:trace>
  <inkml:trace contextRef="#ctx0" brushRef="#br0" timeOffset="55206.9518">20655 11748,'-17'0,"-1"0,0 0,1 0,-1 0,0 0,1 17,-1-17,18 18,-18-1,1 1,17 0,0-1,0 1,0 17,0-17,0 17,17-35,1 0,0 18,-1-18,1 0,0 0,-1 0,-17-18,0 1,0-1,36 0,-36 1,0-1,17 53,-17-17,18 17,-18-17,17 17,1-35,-18 18</inkml:trace>
  <inkml:trace contextRef="#ctx0" brushRef="#br0" timeOffset="56295.6265">20920 11465,'0'36,"0"-19,0 1,-18 35,18-36,0 19,0 17,0-36,0 19,0-1,0 0,0 0,0 1,0-1,0-17,0 34,0-34,0 0,0-1,18 1,-1-18,19 35,-19-35,1 0,0 0,17 0,-18 0,1-17,0-1,-18 0,17 18,-17-17</inkml:trace>
  <inkml:trace contextRef="#ctx0" brushRef="#br0" timeOffset="57671.4413">21308 11783,'0'-18,"-18"18,1 0,17 18,-18-1,0 1,18 0,0-1,0 1,18 0,-18-1,18-17,-1 0,-17 18,18-18,-1 0,-17 18,18-18,-18 17,18-17,-1 18,1-1,-18 19,0-19,-18-17,1 0,-1 0,0 0,1 0,-1 0,1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39:28.0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4216 16140,'0'0,"0"-18,0 0,0 1,-18 17,-17 0,0 0,17 0,0 17,1 1,17 0,0-1,0 1,-18 0,18-1,0 1,0 17,0-17,0-1,0 1,0 17,0-17,0 17,0-17,0-1,18 1,-1 0,1-1,-18 1,35 0,-17-18,-1 0,-17-18,18 0,-18 1,0-19,18 19,-18-1,17 1,-17-1,0-17,18 35,-18-18,0 0,0 1,0-1,0 0,0 1,0-1,0 1,18 17,-18 17,17 1,-17 17,18 0,-18 1,0-19,0 1,0 17,0 0,0 1,18-36,-18 17,17 1,1 0,-18-1,0 1,17 0,-17-1</inkml:trace>
  <inkml:trace contextRef="#ctx0" brushRef="#br0" timeOffset="807.122">4480 16545,'0'18,"0"17,0-52,0-1</inkml:trace>
  <inkml:trace contextRef="#ctx0" brushRef="#br0" timeOffset="1751.5397">4604 16016,'17'0,"1"18,17-1,-17 19,17-1,-17-17,0-1,-18 19,35-19,-35 18,0-17,0 35,17-18,-17-17,0 35,0-36,0 1,18 17,-18-17,0 0,0-1,0 1,0 0,0 17,0-18,-18 1,1 17,-1-35,1 18,-1 17,0-35,1 36,-1-19,0 1,1 0,-1-1,0 1,1-1,-1-17</inkml:trace>
  <inkml:trace contextRef="#ctx0" brushRef="#br0" timeOffset="2815.3382">3969 15998,'-18'0,"0"0,1 18,-1 0,1 35,-1-18,0 0,18 1,-17 16,-1 1,18 0,0-17,0 16,0 1,0-35,0 35,0-35,18 34,-1 1,-17-17,18-1,17 0,-35 1,18-36,-1 17,1-17,0 0,-1 0,1 0,0 18</inkml:trace>
  <inkml:trace contextRef="#ctx0" brushRef="#br0" timeOffset="5479.0931">5715 16686,'18'0,"-1"0,1 0,0 0,-1 0,1 0,17 0,-17 0,17 0,-17 0,35 0,-18 0,-17 0,17 0,-18 0,1 0,0 0,35 0,-36 0,1 0,0 0,17 0,0 0,-17 0,-1 0,19 0,-19 0</inkml:trace>
  <inkml:trace contextRef="#ctx0" brushRef="#br0" timeOffset="6782.7938">6826 16722,'36'0,"-19"0,18 0,18 0,-17-18,-1 18,0 0,-17 0,17 0,-17 0,-1 0,1 0,0 0,-1 0,1 0,0 0,-1 0,19 0,-19 0,18 0,-17 0,0 0,-1 0,1 0</inkml:trace>
  <inkml:trace contextRef="#ctx0" brushRef="#br0" timeOffset="8086.6137">7973 16757,'0'-18,"35"18,18 0,-18 0,36 0,-1 0,1 0,-1 0,54 0,-89 0,18 0,-35 0,-1 0,1 0,17 0</inkml:trace>
  <inkml:trace contextRef="#ctx0" brushRef="#br0" timeOffset="8983.1156">8908 16775,'17'0,"1"0,0 0,17 0,-18 0,1 0,35 0,-18 0,18 0,0 0,0 0,18 0,-18 0,-18 0,18 0,-36 0,1 0,17 0,-17 0,0 0,-1 0</inkml:trace>
  <inkml:trace contextRef="#ctx0" brushRef="#br0" timeOffset="9895.3888">10001 16757,'18'0,"0"0,17 0,-18 0,19 0,17 0,0 0,17 0,36 0,-35 0,17 0,-18 0,1 0,-36 0,18 0,-18 0,-17 0,17 0,-17 0</inkml:trace>
  <inkml:trace contextRef="#ctx0" brushRef="#br0" timeOffset="10822.9208">11289 16757,'18'0,"-1"0,36 0,-35 0,52 0,-17 0,18 0,-1 0,1 0,-1 0,-17 0,-35 0,0 0,17 0,-17 0,17 0,-18 0,19 0,-36-18,17 18,19 0,-19 0</inkml:trace>
  <inkml:trace contextRef="#ctx0" brushRef="#br0" timeOffset="11712.2368">12524 16757,'17'0,"19"0,-19 0,18 0,1 0,17-18,0 18,-18 0,18 0,0 0,0 0,-36 0,36 0,0 0,-35 0,-1 0,1 0,17 0,-17 0</inkml:trace>
  <inkml:trace contextRef="#ctx0" brushRef="#br0" timeOffset="12575.6672">13670 16775,'18'0,"17"0,18 0,18 0,34 0,-34 0,17 0,-17 0,17 0,-53 0,0 0,-17 0,0 0,-1 0,1 0,0 0</inkml:trace>
  <inkml:trace contextRef="#ctx0" brushRef="#br0" timeOffset="13527.9713">14728 16792,'0'-17,"53"17,18 0,0 0,17 0,-18 0,18 0,-17 0,-18 0,-35 0,17 0,-18 0,1 0</inkml:trace>
  <inkml:trace contextRef="#ctx0" brushRef="#br0" timeOffset="18928.1027">5909 17110,'0'35,"0"-17,0 17,0 0,0 0,0 1,0-1,-18 0,18-17,0 17,0-52,0-1,0 0,0 1,0-1,0-17,0 17,0 0,0 1,0-1,0 1,18-1,-18 0,0-17,0 0,0 17,18-17,-18 17,0 1,17-1,1 18,0 18,-1-18,-17 17,0 1,0 17,18-35,-18 18,0-1,18 19,-1-19,-17 19,18-19,-18 18,0-17,0 17,0-17,0 17,-18-17,1 0,-1-1,-17-17,35 18,-18-18,0 0,1 0</inkml:trace>
  <inkml:trace contextRef="#ctx0" brushRef="#br0" timeOffset="21286.6263">7073 17110,'0'-18,"0"36,0-1,0 1,0 0,-17 35,17-18,0 0,-18 18,0-53,18 53,0-35,0-1,0 1,0 0,0-1,0-34,18-19,0-17,-1 18,1 0,-18 17,0 0,0 1,0-1,17 1,-17-1,0 0,0 1,18-1,-18 0,0 1,18 17,-18-18,17 18,1 0,0 0,-1 0,1 18,0-1,-1 1,36 17,-53-17,18 0,-1-1,1 1,-18-1,18-17,-1 18,-17 0,0-1,0 1,0 0,0-1,0 1,-17-18,-1 0,18 18,-35-18,17 0,1 17,-19 1,19-18,-1 0,0 0,1 18,-19-18,1 0,17 0,-17 17,18-17,-1 0</inkml:trace>
  <inkml:trace contextRef="#ctx0" brushRef="#br0" timeOffset="23462.855">8237 17180,'0'18,"0"0,0 17,0-18,0 1,0 17,0 1,0-19,0 1,0 0,0-1,0 1,0 0,0-36,0 0,0-17,0 17,0 1,0-36,0 35,0 0,0 1,0-1,0 1,0-1,0 0,18 1,0 17,-1 0,1 0,0 0,34 53,-34-36,17 18,-17-17,17 0,-35-1,0 1,0 17,0-17,-17 0,-1-1,0 1,-17-18,17 0,1 0,-18 18,-1-1,19-17,-1 0,0 0</inkml:trace>
  <inkml:trace contextRef="#ctx0" brushRef="#br0" timeOffset="25358.8921">9172 17163,'0'17,"0"1,0 35,0-18,0 0,0-17,0 0,0-1,0 1,0 0,0-36,18-17,-18-1,0 19,0-1,0 0,0 1,0-1,0 1,0-1,0 0,18 18,17 0,0 0,0 0,18 36,-35-19,0 18,17-17,-35 0,35-1,-17 19,-1-36,-17 17,0 1,0 0,-17-1,-1-17,-17 0,0 0,17 0,0 0,1 0,-36 0,35 0,0 0,1 0,-1 0,1 0,-1 18</inkml:trace>
  <inkml:trace contextRef="#ctx0" brushRef="#br0" timeOffset="27224.8596">10283 17163,'0'17,"0"19,0-1,0-18,0 19,0-1,0-17,0-1,0 1,0 0,0-1,0 1,0 0,0-1,0-70,0 0,0 18,0-18,0 0,0 36,0-36,0 35,0 0,0 1,0-1,18 18,0 0,-1 0,1 35,0-35,-18 36,35-1,-17 0,-1-17,19 17,-19-17,1-18,-18 17,0 1,0 0,0-1,0 1,0 0,-18-1,1 1,-1-18,0 18,1-18,-19 0,19 0,-1 0,-35 35,35-35,1 0,17 17,-18-17,1 0,-1 0,36 0,70 0,53 0</inkml:trace>
  <inkml:trace contextRef="#ctx0" brushRef="#br0" timeOffset="29087.3944">11606 17145,'0'53,"0"-35,0 17,0-18,0 19,0-19,0 36,0-35,0 0,0-36,18-17,0-54,-18 54,17-35,-17 52,18-17,0-1,-18 1,0 0,0 17,0 1,17 17,1 0,0 0,-18 35,35 18,-18-18,-17-17,36-1,-36 36,17-53,1 18,0 17,-1 0,1-17,0-18,-18 18,0-1,-36 1,-17-18,36 18,-36-1,18 1,-1 0,19-1,-19-17,19 0,-1 18,0-18,1 18</inkml:trace>
  <inkml:trace contextRef="#ctx0" brushRef="#br0" timeOffset="30983.7858">12682 17127,'0'-17,"18"17,0 0,-18 35,0-17,0-1,0 1,0 0,0 17,0-18,0 1,0 0,0-1,0-52,0 0,0 0,-18-18,18 35,0 0,0-17,0 17,0 1,18 17,-1 0,1 0,35 17,-36 1,-17 0,18-1,17 1,-17 17,-18-17,18 0,-1-1,1-17,-18 18,0-1,-18 1,1-18,-36 35,35-35,-17 0,0 0,-1 18,19-18,-1 0,0 0,1 0,17 18,-18-18,18 17</inkml:trace>
  <inkml:trace contextRef="#ctx0" brushRef="#br0" timeOffset="32991.5229">13864 17022,'-17'-18,"17"36,0-1,0 36,0-35,0-1,0 19,0-1,0-17,0-1,0 1,0 17,0-17,0-1,0 1,0-36,0-17,0-18,17 0,-17-17,0 34,18 1,-18-18,0 36,17-36,-17 35,0 0,0 1,0-1,18 1,-18 34,18 1,-18-1,0 19,17-19,-17 1,18 0,0 17,-1 18,1-53,0 35,17 0,-18-35,-17 18,0 0,18-1,0-17,-1 36,1-19,-18 1,0-1,0 1,0 17,-18-17,-17-18,-35 53,52-53,0 0,-17 0,17 0,1 0,-1 0,0 0,1 0,-1 0,1 0,-1 0,0 0,1 0</inkml:trace>
  <inkml:trace contextRef="#ctx0" brushRef="#br0" timeOffset="35191.0812">14958 17074,'0'18,"0"17,0 1,0-1,0-17,0 17,0 0,0 0,0-17,0 0,0 17,0-17,0-1,0 1,0-36,0-17,0 17,0-35,0 36,0-19,0 19,0-1,0 1,0-1,0-17,0 17,0 0,0 1,0-1,17 0,1 18,17 0,1 18,-36 0,17-1,1 1,0 17,-18 1,0-19,35 18,-18-17,1-18,-18 18,18 17,-1-35,-17 35,18-35,-18 18,-18 0,-17-1,0 1,17-18,1 0,-1 18,-17-18,17 0,0 17,1-17</inkml:trace>
  <inkml:trace contextRef="#ctx0" brushRef="#br0" timeOffset="42630.8953">15328 9454,'-17'0,"-19"18,19 0,-19 35,19-36,-1 19,0-36,1 17,17 1,0-1,0 1,0 0,0-1,0 1,0 0,0-1,0 1,0 0,0-1,0 1,0 0,0-1,0 1,17 17,1-17,0-1,-1 1,1-18,0 0,-1 0,1 0,0 0,-1 0,1 0,-1 0,1 0,-18-18,18 1,-18-1,17-17,-17 0,18 35,0-18,-18-17,17-1,-17 19,0-1,0-17,0 17,0-17,0 17,-17 1,-1-1,18 0,-18-17,1 17,-1 1</inkml:trace>
  <inkml:trace contextRef="#ctx0" brushRef="#br0" timeOffset="43798.6916">15769 9754,'0'-17,"18"17,-1 0,19 0,-1 0,-17 0,-1 0,1 0,0 0,-1 0,1 0,-1 0,1 0,0 0</inkml:trace>
  <inkml:trace contextRef="#ctx0" brushRef="#br0" timeOffset="45750.5239">16633 9543,'0'0,"0"-36,0 19,0-1,-17 0,-1 1,1 17,-1-18,18 1,-18-1,1 18,-1 0,0 0,1 0,-19 0,19 0,-1 0,1 0,-1 0,0 18,18 34,0-34,0 17,0-17,18 35,17-18,-35-17,18 17,-1-17,-17-1,18-17,0 0,17 0,0 0,1 0,-1 0,-18 0,1 0,17-17,-17-1,-18 0,35 1,-17-1,-18 1,0-1,0 0,0 36,0 0,0 17,0-18,0 1,0 17,0 18,0-35,0 17,0-17,0 17,0-17,0-1,0 1,-18 17,18-17,0 0,0-1,0 1,0 0,0-1,0 1</inkml:trace>
  <inkml:trace contextRef="#ctx0" brushRef="#br0" timeOffset="54030.4208">5803 15893,'0'35,"0"-17,0 17,-17 0,17 0,-18 1,0-1,18-17,-17 35,-1-1,0 1,18-35,-17 0,17 35,0-36,0 18,-18-17,18 0</inkml:trace>
  <inkml:trace contextRef="#ctx0" brushRef="#br0" timeOffset="55614.8731">6103 16051,'0'-17,"-18"17,1 17,-18 19,35-19,0 1,0 0,0-1,0 1,-18 0,18-1,0 1,-18-18,18 17,0 1,0 0,0-1,0 1,0 0,0-1,18 19,0-36,-18 17,17-17,1 0,-1 0,1 0,0 0,-1 0,1 0,17-17,1-1,-36 0,17 1,-17-19,0 19,0-1,0-17,0 17,0 1,0-1,0 0,0 1,-17-1,-1 18,18-18,-18 1,1-1,-19 0,19 18</inkml:trace>
  <inkml:trace contextRef="#ctx0" brushRef="#br0" timeOffset="57847.3877">7020 16069,'0'35,"0"-17,0 0,0 17,0-17,0 17,0-18,0 19,0-19,0 19,0-1,0-17,0 17,0-18,0 1</inkml:trace>
  <inkml:trace contextRef="#ctx0" brushRef="#br0" timeOffset="59327.679">7232 16193,'-18'0,"1"0,-1 0,0 0,18 17,-17 18,-1-35,18 18,0 0,0-1,0 1,0 17,18-17,-18 0,17-1,1 1,0-18,-18 17,17 1,1-18,17 0,-17 0,17 0,-17 0,-1-18,1 18,-18-17,18-1,-18 1,0-1,0 0,0 1,0-1,0 0,0-17,0 17,-36 1,19 17,-1 0,-17 0,17 0,-17-35</inkml:trace>
  <inkml:trace contextRef="#ctx0" brushRef="#br0" timeOffset="63615.1469">8132 16157,'17'0,"1"0,-1 0,-17 18,0 0,0-1,0 18,0-17,0 0,-17-1,17 19,0-19,0 1,0 0,0-1,0 1,0-1,0 1,0 0,0-1,0 1,0 0,0-1</inkml:trace>
  <inkml:trace contextRef="#ctx0" brushRef="#br0" timeOffset="65271.4371">8396 16245,'0'-17,"-18"17,-17 0,35 17,0 1,0 0,0-1,0 1,18 0,-18-1,17 1,1 0,-18-1,18 1,-18-1,17-17,-17 18,36-18,-19 0,1 18,-18-1,18-17,-1 18,1-18,0 0,-1 0,1 0,-1-18,1 18,-18-17,0-1,0 0,0 1,0-1,0 1,0-1,0-17,-18 35,18-18,-17 18,-18-35,17 35,0-18,-17 18,17 0,-17 0,17 0,1 0,-19 0</inkml:trace>
  <inkml:trace contextRef="#ctx0" brushRef="#br0" timeOffset="66534.9281">9155 16228,'0'17,"0"1,0 0,0-1,0 1,0 17,0-17,0 0,0-1,0 1,0-1,0 1,0 0,0-1,0 1</inkml:trace>
  <inkml:trace contextRef="#ctx0" brushRef="#br0" timeOffset="68086.7528">9419 16281,'-17'0,"-1"0,0 0,1 0,17 17,0 1,0 0,0-1,0 1,0 17,0-17,17-1,1 1,0 0,-18-1,17 1,1 0,-1-1,19-17,-19 0,1 0,-18-17,18 17,-18-18,0 0,0 1,0-1,0 0,0 1,0-18,0 17,0 0,0 1,-36 17,19-18,-1 0,0 1</inkml:trace>
  <inkml:trace contextRef="#ctx0" brushRef="#br0" timeOffset="69327.3174">10354 16245,'-18'0,"18"18,0 0,0 17,0 0,0-17,0 35,0-36,0 19,0-19,0 1,0 0,0-1,0 1</inkml:trace>
  <inkml:trace contextRef="#ctx0" brushRef="#br0" timeOffset="70606.4512">10566 16263,'-18'18,"0"-1,18 1,-17-18,17 18,0-1,0 1,0 0,0-1,0 1,0 17,0-17,0 17,0-17,0 17,17-35,1 18,0-18,-1 0,1 0,0 0,-1 0,1 0,0 0,-1 0,1 0,-1 0,19 0,-36-18,0 0,0 1,0-1,0-17,-36 17,36 0,0 1,-17-1,-18-17,35 17,-18 1,18-1,-18 0,1 1</inkml:trace>
  <inkml:trace contextRef="#ctx0" brushRef="#br0" timeOffset="71567.1755">11483 16316,'18'0,"-18"18,0 17,0 0,0 18,0-18,0-17,0 0,0-1,0 1,0 0,0-1,0 1,0-1,0 1,0 0,0-1</inkml:trace>
  <inkml:trace contextRef="#ctx0" brushRef="#br0" timeOffset="72816.6298">11712 16369,'0'18,"0"-1,0 18,0-17,0 0,0-1,0 1,0 0,18-18,-18 17,18 1,-1 0,-17-1,35 1,-17-1,0 1,17-18,0 0,-17 0,0 0,-1 0,1-18,-18 1,0-18,0-1,0 19,-18-19,18 19,0-1,0 0,-17 1,17-1,-18 1,0 17,1 0,-19 0,19 0,-1 0,0 0,1 0,-1 0</inkml:trace>
  <inkml:trace contextRef="#ctx0" brushRef="#br0" timeOffset="73862.5795">12682 16193,'0'35,"0"-18,0 36,0-17,18-1,-18 0,0-17,0 17,0-17,0-1,18 19</inkml:trace>
  <inkml:trace contextRef="#ctx0" brushRef="#br0" timeOffset="75086.3965">12912 16263,'-18'0,"0"0,18 18,0-1,0 1,0 0,0-1,0 19,0-19,0 1,0-1,0 19,0-19,18 19,0-19,-1 1,1 0,0-18,-1 0,19 0,-19 0,1 0,-1 0,1 0,0 0,-1 0,1-18,-18 0,0 1,0-1,0 0,0-17,-18 35,18-18,-17 1,17-1,-18 18,0-35,-17 17,18 1,17-1,-18 0,0 18,1 0,-1 0,0-17,1 17,-19 0</inkml:trace>
  <inkml:trace contextRef="#ctx0" brushRef="#br0" timeOffset="76239.1949">13882 16228,'0'17,"0"19,0-1,0-17,0-1,0 19,0-1,0-18,0 1,0 0,0-1,0 1,0 0,0-1,0 1</inkml:trace>
  <inkml:trace contextRef="#ctx0" brushRef="#br0" timeOffset="77454.7321">14093 16263,'-17'0,"-1"0,1 0,17 18,0-1,0 1,0 0,0 17,0-17,0 17,0-18,0 19,17-1,1-17,-18-1,17-17,-17 18,18 0,0-18,-18 17,17-17,1 0,0 0,-1 0,1 0,0 0,-18-17,35-1,-35 0,0-17,0 17,0-17,0 17,0 1,0-1,0 1,-35-19,17 19,0-1,18 0,-17 18,-1-17</inkml:trace>
  <inkml:trace contextRef="#ctx0" brushRef="#br0" timeOffset="78575.0044">14870 16210,'0'35,"0"1,0-19,0 1,0 17,0 1,0-1,0 0,17-17,-17-1,0 1,0 0,0-1,0 1,0 0,36-18</inkml:trace>
  <inkml:trace contextRef="#ctx0" brushRef="#br0" timeOffset="79703.1952">15152 16228,'-18'0,"1"17,17 1,0 0,0-1,0 1,0 17,0-17,0 0,0-1,0 1,0-1,0 1,0 0,0 17,0-17,0-1,17 1,-17 0,18-18,-1 0,1 0,17 0,-17 0,0 0,-1 0,1 0,-18-36,0 1,18 17,-18 1,0-1,0 0,0 1,0-1,0 1,0-19,-36 19,36-1,-17 18,-1-18,0 1</inkml:trace>
  <inkml:trace contextRef="#ctx0" brushRef="#br0" timeOffset="96798.6201">16104 16439,'18'0,"17"0,-17 0,0 0,-1 0,1 0,-1-17,1 17,0 0,-1 0,1 0,17-18,-17 18,0 0,-1 0</inkml:trace>
  <inkml:trace contextRef="#ctx0" brushRef="#br0" timeOffset="97999.0094">16140 16598,'17'0,"19"0,-19 0,1 0,-1 0,1 0,17 0,-17 0,17 0,-17 0,17 0,-17 0,17 0,-17 0,17 0,-17-35</inkml:trace>
  <inkml:trace contextRef="#ctx0" brushRef="#br0" timeOffset="98967.542">17039 16140,'18'0,"-18"17,0 19,0-19,0 36,0-18,0 1,0-19,0 19,0 16,0-16,0 17,0-36,0 19,0-19,0 18,0 1,0-1,0 18,0-35,17 35,-17-36,0 1,0-1,18 1</inkml:trace>
  <inkml:trace contextRef="#ctx0" brushRef="#br0" timeOffset="100502.8452">17445 16316,'0'-18,"-18"18,1 0,-1 18,0 0,18 17,-17-17,17 17,0-18,0 19,0-19,0 1,0 0,0-1,0 1,0 0,0-1,0 1,0 17,0-17,17-1,-17 1,18 17,0-17,-1 0,1-1,-18 1,18-18,-1 18,18-18,-17 17,17 1,-17-18,17 0,-17 0,17 0,-17 0,35 0,-53-18,17 18,-17-17,18-1,0 0,-18 1,17-1,-17 0,0 1,0-1,-17-17,17 17,-18 0,0-17,18 18,-35-19,35 19,-18 17,18-18,-17-17,-1 35,18-18,0 0,-17-17,-1 35,0-17,1-1,-19 0,19 1,-1 17,0 0,1 0</inkml:trace>
  <inkml:trace contextRef="#ctx0" brushRef="#br0" timeOffset="102278.8123">17956 15752,'0'-18,"-17"18,-1 0,0 0,1 0,-1 0,1 18,-1-18,0 0,18 17,-17 1,17-1,0 1,0 0,0-1,17-17,1 18,0-18,-1 0,1 0,-1 0,1 0,0-18,-1 1,-17-1,18 18,-18 35,0-17,0 17,0-17,0 17,0-17,0 17,0-17,0 17,0-17,0 17</inkml:trace>
  <inkml:trace contextRef="#ctx0" brushRef="#br0" timeOffset="105550.5583">18450 16439,'0'18,"-17"0,17-1,-18 1,18 0,0-1,-18 1,18 0,0-1,0 1,0-1,0 1,0 0,0-1,18-17,0 0,-1 0,1 0,0 0,-1 0,1 0,-18-17,17 17,-17-18,0 0,0 1,0-18,18 35,-18-36,0 19,18-1,-18 0,0 1,-18-1,0 0,-17 18,35-17,-17 17,-1 0</inkml:trace>
  <inkml:trace contextRef="#ctx0" brushRef="#br0" timeOffset="106926.7913">18680 16439,'35'18,"-35"0,0-1,0 1,0 0,0-1,0 1,0 0,0-1,0 1,0-1,0 1,18 0,-18-71,0 18,0-36,0 53,0-35,0 36,0-18,0 17,0 0,0 1,17 17,1 0,-1 0,19 0,-1 35,-17-35,-18 18,17-18</inkml:trace>
  <inkml:trace contextRef="#ctx0" brushRef="#br0" timeOffset="108871.0626">19491 16122,'18'0,"-18"18,0-1,0 1,0 0,0-1,0 1,0 17,0-17,0 17,0-17,0 17,0-17,0-1,0 1,0-1,0 1,0 0,0-1,17 1,1 0,-18-1,0 1,0 0</inkml:trace>
  <inkml:trace contextRef="#ctx0" brushRef="#br0" timeOffset="109807.1803">19703 16563,'0'18,"0"-1,0 1,0-1,0 1,-18 0,0 17,1-35,17 18,-18-18,18 17,-18-17,1 18,17 0</inkml:trace>
  <inkml:trace contextRef="#ctx0" brushRef="#br0" timeOffset="111143.291">19950 16245,'-18'-17,"-17"17,35 17,0 1,0 17,0-17,0 17,0-17,0 17,0-17,0-1,0 1,17 0,1-1,17 1,-17-18,-18 18,18-18,17 0,-35 17,17-17,19 0,-19 0,1 0,-18-17,0-1,0-17,0-1,0 19,0-1,0-17,-18 35,18-18,-17 1,-1 17,0 0,1-18,-1 18,1-18,17 1,-18 17,0 0,1 0,-1-18</inkml:trace>
  <inkml:trace contextRef="#ctx0" brushRef="#br0" timeOffset="112654.9093">20408 16281,'-17'17,"-1"19,0-19,18 1,-17 0,17-1,0 1,-18-1,18 1,0 0,0-1,0 1,0 0,0-1,18 19,-1-19,1 1,0-18,-1 17,1-17,17 0,-17 18,17-18,-17 0,-18-18,0-17,0 18,0-19,0 19,0-19,0 19,0-1,0 0,0 1,-18-1,18 1,-18-1,1 0,-1 1</inkml:trace>
  <inkml:trace contextRef="#ctx0" brushRef="#br0" timeOffset="114262.6898">20743 16281,'-17'0,"-1"17,18 1,0 0,0-1,0 1,0 0,0-1,0 1,0-1,0 1,0 0,0-1,0 1,0 0,0-1,18-17,-18 18,0 0,17-18,1 0,0 0,-1 0,1 0,0 0,-1 0,18 0,-35-18,0 0,18 18,-18-17,0-1,0 0,0 1,0-1,0 0,0-17,-18 35,1-17,-1 17,18-18,-17 18,-1-18,18 1,-18-1,1 18</inkml:trace>
  <inkml:trace contextRef="#ctx0" brushRef="#br0" timeOffset="115270.5802">21114 16633,'-36'18,"36"0,-17-18,17 17,-18 1,1 0,-1-18,-17 17,35 1,-18-18,18 18</inkml:trace>
  <inkml:trace contextRef="#ctx0" brushRef="#br0" timeOffset="116561.0312">21255 16351,'0'18,"0"0,0 17,0-18,0 1,0 0,0 17,18-17,-1-1,-17 19,18-36,-1 17,1-17,0 0,-1 0,1 0,0 0,-1 0,1 0,0 0,-1-17,-17-1,0 0,0 1,0-1,0 0,0 1,0-1,0 0,-17 1,-1 17,18-18,-18 18,1 0</inkml:trace>
  <inkml:trace contextRef="#ctx0" brushRef="#br0" timeOffset="117878.7971">21784 16351,'0'0,"-18"0,1 0,-1 0,0 0,1 18,-1 0,1-1,17 1,0-1,-36 36,36-35,0 0,0-1,0 19,0-19,18-17,0 18,-1-1,1-17,-18 18,17-18,1 0,0 0,17 0,0 0,1 0,-19-18,1-17,-18 18,0-1,0 0,0 1,0-19,0 19,0-19,0 19,0-1,0 1,-18 17,18-18</inkml:trace>
  <inkml:trace contextRef="#ctx0" brushRef="#br0" timeOffset="119010.1349">21996 16351,'0'18,"0"17,0-17,0-1,0 1,0 17,17 1,1-19,0-17,-18 18,17 0,1-1,0-17,17 18,-18-18,1 0,0 0,-1 0,1 0,-18-18,0 1,0-19,0 19,0-1,0 0,0 1,-18 17,1-18,-1 0,0 18,1 0,-18 0,17-17,-17 17,17-18,0 18</inkml:trace>
  <inkml:trace contextRef="#ctx0" brushRef="#br0" timeOffset="121726.4215">22437 16704,'17'0,"-17"18,0-1,0 1,-17-18,17 18,-18-1,18 1,-18-18,1 18</inkml:trace>
  <inkml:trace contextRef="#ctx0" brushRef="#br0" timeOffset="122822.886">22595 16316,'0'18,"0"17,0-17,0 17,0-18,0 19,0-19,0 19,0-19,0 1,18 0,0-1,-1-17,-17 18,18-18,0 0,-1 0,1 0,0 0,-1 0,-17-18,0 1,0-19,0 19,0-1,0 0,0 1,0-1,0 0,-17 18,17-17,-36-1,36 1,0-1,-17 0,-1 1,0 17</inkml:trace>
  <inkml:trace contextRef="#ctx0" brushRef="#br0" timeOffset="124014.2423">22948 16351,'0'18,"0"0,0-1,0 1,-17-18,17 17,-18 1,0 0,18-1,0 1,0 0,0-1,0 1,0 0,0-1,0 18,0-17,18-18,0 0,-1 0,1 0,-1-18,1-17,-18 0,0 17,0 1,0-19,0 19,0-19,0 19,0-1,0-17,0 0,-18 17,1 0</inkml:trace>
  <inkml:trace contextRef="#ctx0" brushRef="#br0" timeOffset="125279.7338">23283 16369,'0'18,"0"17,0-18,-17 1,17 0,0-1,0 19,0-19,0 1,0 0,0 17,17-35,19 17,-19-17,1 18,17-18,-17 0,-1 0,1 0,0 0,-1 0,1 0,0 0,-18-18,0-17,0 18,0-19,0 19,0-1,0 0,0-17,0 17,0 1,-18-1,18 1,-18-1,1 18,-1 0,0 0,-17 0,0 0,17 0,1 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43:40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2399 6332,'0'36,"-18"17,18-36,-17 36,-19 18,36-1,0-34,-17 16,17 19,0-18,0 17,-18-17,18-17,0 17,-35-1,35-16,0-19,0 1,0 0,17-18,-17-18,18 0,0 1,-1-1,-17 0,18 1,17-18,-17-1,0 19,-1-19,1 36,-1-17,1 17,-18-18,35 18,-17 0,0 0,17 18,-17 17,-18-17,17-1,-17 1,0 0,0-1,0 18,0-17,0 17,-17-17,17 0,-36-1,36 1,-17 0,-19-18,19 0,-1 0,0 0,-17 0,18 0,-1-18,0 18</inkml:trace>
  <inkml:trace contextRef="#ctx0" brushRef="#br0" timeOffset="879.9039">2893 7108,'0'-17,"0"34,0 1,0-36,0-17,0 18,0-1,0-17</inkml:trace>
  <inkml:trace contextRef="#ctx0" brushRef="#br0" timeOffset="2159.7475">3122 6350,'35'0,"1"18,-1-1,-17 1,17 17,-18-17,19 35,-36-18,35 18,-35-18,0 18,18 0,-18-18,0 18,0-17,0-1,0 0,0 0,-18-17,18 17,-53 36,35-54,-34 54,16-36,1 1,0 17,-18-1,53-34,-35 35,-1-18,19 1,-1-19,0 1,18-1</inkml:trace>
  <inkml:trace contextRef="#ctx0" brushRef="#br0" timeOffset="3119.6878">1905 6332,'-18'36,"1"-1,-1 0,0 18,-17 35,35-70,-17 53,-19-19,19 37,17-19,0 1,0-18,0 0,0-18,0 18,0 0,0-18,0-17,17-1,54 54,-36-36,-17-35,17 18,-17-18,-1 0,1 0</inkml:trace>
  <inkml:trace contextRef="#ctx0" brushRef="#br0" timeOffset="5584.4151">4145 7655,'53'0,"0"0,0 0,0 0,-18 0,-17 0,-1 0,1 0,0 0,-1 0,1 0,0 0,-1 18,1-18,-1 0,1 0,0 0,-1 0</inkml:trace>
  <inkml:trace contextRef="#ctx0" brushRef="#br0" timeOffset="6568.0095">4815 7673,'18'0,"17"0,-17 0,17 0,1 0,-19 0,1 0,35 0,-36 0,54 0,-18 0,0 0,-18 0,0 0,-17 0,17 0,-17 0</inkml:trace>
  <inkml:trace contextRef="#ctx0" brushRef="#br0" timeOffset="7447.8829">5803 7673,'18'0,"-1"-18,19 18,-1 0,0 0,36 0,52 0,-17 0,53 0,-53 0,35 0,-35 0,-18 0,-18 0,-34 0,-1-17</inkml:trace>
  <inkml:trace contextRef="#ctx0" brushRef="#br0" timeOffset="8304.2903">7373 7620,'18'0,"17"0,0 0,18 0,0 0,53 0,0 0,-18 0,-17 0,52 0,-88 0,18 0,-35 0,-1 0</inkml:trace>
  <inkml:trace contextRef="#ctx0" brushRef="#br0" timeOffset="9112.2947">8678 7602,'36'0,"34"0,71 0,-35 0,88 0,-35 0,-36 0,1 0,-36 0,-35 0,18 0,-54 0,18 0,-17 0,0 0</inkml:trace>
  <inkml:trace contextRef="#ctx0" brushRef="#br0" timeOffset="9999.9589">10530 7655,'36'0,"-19"0,36 0,35 0,-17 0,-18-35,-18 35,-17 0,35-18,0 18,-18 0,-17 0,17 0,0 0,0-17,1 17,-19 0</inkml:trace>
  <inkml:trace contextRef="#ctx0" brushRef="#br0" timeOffset="11032.3537">11712 7638,'36'0,"34"0,-17 0,35 0,0 0,36 0,-1 0,-34 0,16 0,-34 0,-18 0,0 0,-36 0,-17-18</inkml:trace>
  <inkml:trace contextRef="#ctx0" brushRef="#br0" timeOffset="11856.4676">12965 7602,'35'0,"-17"0,17 0,-18 0,54 0,17 0,18 0,0 0,0 0,17 0,1 0,-54 0,-17 0,-35 0,17 0</inkml:trace>
  <inkml:trace contextRef="#ctx0" brushRef="#br0" timeOffset="12823.861">14358 7620,'35'0,"-17"0,17 0,1 0,-1 0,35 0,1 0,17 0,0 0,1 0,34 0,-52 0,-36 0,18 0,-18 0,0 0,18-18,18 18,-36 0,0 0,-17 0</inkml:trace>
  <inkml:trace contextRef="#ctx0" brushRef="#br0" timeOffset="17423.6901">4233 6914,'0'18,"0"0,0 17,0 0,0 1,0-19,0 36,0-35,0 17,0-17,0-1,0 1,0 0,0-1,0 1,0 0</inkml:trace>
  <inkml:trace contextRef="#ctx0" brushRef="#br0" timeOffset="19023.4819">4463 7038,'0'18,"0"-1,0 1,0-1,0 1,-18-18,18 18,0-1,0 1,0 0,0-1,0 1,0 0,0-1,0 1,0 0,0-1,18 1,-1-1,-17 1,36 17,-19-17,1 0,-1-18,1 0,0 0,-1 0,19 0,-19 0,1 0,17 0,-17-18,-18 0,0 1,18-54,-18 36,0 17,0-35,0 36,0-1,-18 0,0 1,1-1,-19 0,19 18,-1-17,0-1,18 1,-35-19,17 1,1 17,-1 18</inkml:trace>
  <inkml:trace contextRef="#ctx0" brushRef="#br0" timeOffset="20943.5617">5415 7126,'0'-18,"0"1,-17 17,17-18,-18 18,18-35,-18 35,1-18,-19 1,19 17,-1 0,0 0,1 0,-1 0,-17 17,17-17,18 36,-17-36,17 17,0 1,0-1,0 19,0-19,0 1,17 17,1-35,-18 18,17 0,1-18,-18 17,18-17,-1 0,1 0,17-17,-17 17,0-18,-1 0,1 1,-18-1,0 0,0 1,0-1,-18 53,18 1,0-1,0-17,0-1,0 1,0 0,0-1,0 1,0-1,0 1,0 0,0-1,0 1,0 0,0-1</inkml:trace>
  <inkml:trace contextRef="#ctx0" brushRef="#br0" timeOffset="22664.0041">6332 7020,'0'-17,"0"-1,-17-17,-1 35,0 0,1 0,-1 0,1 0,-19 0,19 17,-1-17,18 18,0 0,-18 17,18-17,0-1,0 1,0-1,0 1,18-18,0 18,-1-1,19 1,-19-18,18 53,1-53,-1 18,-17-1,17 1,-17 0,-1-18,1 0,-1 35,1-35,-18 17,35 1,-35 0,0-1,0 19,-17-36,-1 0,0 0,-17 0,18 0,-1 0,0 0,1 0,-1 0,0 0,18-18,-35 0,35 1,-18 17,18-18,0 0,0 1,0-36,0 35,0-17,0-18,0 35,0-17,0 0,18 17,-18 1,0-1,18 0,-18 1,0-1,17 18,-17-35,0 17</inkml:trace>
  <inkml:trace contextRef="#ctx0" brushRef="#br0" timeOffset="24417.0032">7497 7020,'17'0,"1"0,-1 0,19 0,-19 0,19 0,-19 0,19 0,-19 0,18 0,-17 0,0 0,-18 36,0-19,0 18,0-17,0 17,0-17,0 17,0 1,0-1,0-17,0-1,0 1,0-1,0 19</inkml:trace>
  <inkml:trace contextRef="#ctx0" brushRef="#br0" timeOffset="25913.2293">9208 6862,'-18'0,"0"0,1 0,-1 0,0 0,1 35,-1-18,-17 1,35 0,-18-1,18 1,0 0,-18-1,1 19,17-1,0-18,0 1,0 17,0-17,0 0,0 17,0-17,0 17,0-17,17-1,1 1,0-1,-1 1,19 17,-19-17,19 17,-1-17,-17-18,-1 18,1-18,-1 0,1-18,-18 0,0-17,0 17,0-17,0 17,0-17,0 18,0-1,-18 18,1-18,-1 18,1 0,-1 0,0 0,1 18,17 0,-18-18,18 17,0 1,-35 17,17-17</inkml:trace>
  <inkml:trace contextRef="#ctx0" brushRef="#br0" timeOffset="27376.7908">10654 6985,'18'18,"-18"-1,0 1,0 17,0-17,0 17,0-17,17 17,1-17,-18-1,0 19,0-19,0 1,17-18,19 0,-1 0,-17-18,-1 1,19 17,-19 0,1 0,-1 0,1 0,0 0,17 0,-35 17,18 1,-1 17,-17 0,0-17,0 17,-17-35,-19 0,-17 0,1 18,16-18,-17 0,18 18,17-18,-17 0,18 0</inkml:trace>
  <inkml:trace contextRef="#ctx0" brushRef="#br0" timeOffset="28144.2898">10707 7003,'0'0,"53"0,0 0,0 0,-18 0,-18 0,36 0,-35 0,17 0,-17 0,17 0,-35-18,18 18,17 0,-17 0</inkml:trace>
  <inkml:trace contextRef="#ctx0" brushRef="#br0" timeOffset="29359.8697">12136 7073,'-18'0,"0"18,1-1,-1 1,0 17,18 1,-17-19,17 19,0-19,0 1,53-18,0 0,-18 0,18 0,0 0,-36 0,19 0,-19 0,1 0,35 35,-36-35,1 0,0 0,-1 0,1 0</inkml:trace>
  <inkml:trace contextRef="#ctx0" brushRef="#br0" timeOffset="30080.2138">12330 7108,'0'-17,"35"17,-35 17,0 19,0-19,0 19,0-1,0 0,0-17,0 0,0 17,0-18,0 19,0-19,0 1,0 17,0 1,0-19,-18 1</inkml:trace>
  <inkml:trace contextRef="#ctx0" brushRef="#br0" timeOffset="31599.7745">13229 7056,'0'-18,"0"0,0 1,18 17,-1-18,19 18,17-35,-18 35,0 0,-17 0,-1 0,19 0,-19 0,1 0,0 0,-18 35,0-17,-18-1,18 1,-18-18,1 35,-1-17,0-1,1-17,-1 18,36-18,17 0,0 0,1 0,-19 0,1 0,17 0,-17 35,0-35,-18 18,17-18,1 35,-18-17,0 0,0-1,0 1,0 0,0-1,0 1,-18-18,1 0,-19 0,1 0,17 0,1 0,-1 0,0 0,1 0,-19 0,1-18</inkml:trace>
  <inkml:trace contextRef="#ctx0" brushRef="#br0" timeOffset="33048.604">14446 7056,'18'-18,"0"18,-1-18,1 18,-1-17,19-1,-19 18,19 0,-1 0,18 0,-18 0,-17 0,-1 0,19 0,-19 0,19 18,-19-18,-17 17,18 19,17-1,-35-18,0 19,0-1,0 0,-17-17,-19 35,1-35,0 17,17-18,-17 1,17-18,-17 0,17 0,1 0,-1 0,18-18,0-17,18 35,-1 0,1-17,17 17,-17-18,35 18,-36-18,1 18,0 0,-1 0,1 0,0 0,-1 0,1 0,-1 0,1 0</inkml:trace>
  <inkml:trace contextRef="#ctx0" brushRef="#br0" timeOffset="39319.7097">4233 8043,'18'0,"-18"18,0 0,0 17,0 0,0-17,18-1,-18 36,0-17,0-19,0 19,0-19,0 18,0-17,0 17,0-17,0 0,0-1,17 1,-34-18,17-18,0-17,-18 0,18 17,0 0,0-17,0 18,0-19,0 19,0-19,0 19,18 17,-18-36,0 19,0-18,0 17,17 18,1 0,0 0,-1 0,1 0,-18 18,35-18,-17 17,-1 1,1-1,-18 1,35-18,-35 18,18-18,-18 17,35 1,-35 0,0-1,0 1,0 0,0 17,0-18,-17 1,-1 0,0-1,-17-17,17 36,1-36,-19 17,19 1,-1 0,18-1,-35-17</inkml:trace>
  <inkml:trace contextRef="#ctx0" brushRef="#br0" timeOffset="42775.3649">4957 8026,'17'0,"18"0,-35 17,18-17,-18 18,18-18,-18 18,17 35,-17-36,0 18,0-17,0 0,18 17,-18-17,0 17,0-17,0-1,0 1,18-1,-18 1,0 0,17-1,-17 1</inkml:trace>
  <inkml:trace contextRef="#ctx0" brushRef="#br0" timeOffset="44152.1382">4992 8026,'17'0,"1"17,17-17,-17 18,-18 0,18-18,-1 0,1 17,17 19,-17-36,-1 17,-17 1,36-1,-36 1,17 0,-17 17,0-17,18-18,0 17,-18 1,17-18,-17 18,18-18,-18 17,0 1,0-1,0 1,0 0,-18-18,1 0,-1 17,0-17,1 0,-1 0,0 18,18 0,-17-18,-1 0,1 0,-1 0,0 0</inkml:trace>
  <inkml:trace contextRef="#ctx0" brushRef="#br0" timeOffset="47416.7648">6297 8026,'18'0,"-18"-18,17 18,1 0,0 0,-1 18,-17-1,0 1,0 17,0 1,0-1,0 0,0-17,0-1,0 1,0 17,0-17,0 17,0-17,0-1,0 1,0 0,0-1</inkml:trace>
  <inkml:trace contextRef="#ctx0" brushRef="#br0" timeOffset="48696.6654">6368 8061,'0'-18,"17"18,1 18,0 0,-1-1,1 1,-1 0,1-1,0 1,-1-1,1 1,17 17,-35-17,18-18,-18 35,35-17,-35 0,18-18,-18 17,0 1,-18-18,18 17,-17 1,-1-18,0 18,-17-18,35 17,-18-17,-17 0,17 0,1 18,-1-18,1 0</inkml:trace>
  <inkml:trace contextRef="#ctx0" brushRef="#br0" timeOffset="50951.8326">7743 8026,'0'17,"0"1,0 0,0-1,0 1,0 0,0-1,0 18,0-17,0 17,0-17,0 0,0-1,0 1,0 0,0-1,0 1,0-1,0 1,0 0</inkml:trace>
  <inkml:trace contextRef="#ctx0" brushRef="#br0" timeOffset="52287.2189">7779 8096,'17'-17,"1"17,0 0,-1 17,19 19,-19-19,1-17,-18 18,18-18,-1 0,1 17,-18 1,17-18,1 18,0-18,-18 17,0 1,17 0,-17-1,0 1,0 0,0-1,0 1,0-1,0 19,-17-36,-1 17,-35-17,36 0,-1 0,0 0,1 0,-19 0,19 0,-1 0,0 0,1 0,-36-17,35 17,1 0,-1 0</inkml:trace>
  <inkml:trace contextRef="#ctx0" brushRef="#br0" timeOffset="53687.9009">9137 8096,'0'18,"0"17,0-17,0-1,0 1,0 0,0 17,0 0,-18-17,18 0,0 17,0-18,0 1,0 0,0-1,0 1</inkml:trace>
  <inkml:trace contextRef="#ctx0" brushRef="#br0" timeOffset="54775.7314">9137 8114,'0'-18,"18"18,-1 0,1 18,0-18,-1 35,1-35,-18 18,17-1,1 1,0 0,-18-1,35 1,-17 0,-18-1,0 1,0 0,0-1,0 1,-18 17,0-35,18 18,-35-18,17 17,18 1,-17-18,-1 0,1 0,-36 18,35-1,0-17</inkml:trace>
  <inkml:trace contextRef="#ctx0" brushRef="#br0" timeOffset="58271.5781">10901 8026,'0'17,"0"1,-18 0,18-1,-17 36,17-35,0 17,-36 0,36 1,0-19,0 19,0-1,0-18,0 1,0 17,0-17</inkml:trace>
  <inkml:trace contextRef="#ctx0" brushRef="#br0" timeOffset="59551.6624">10883 8043,'18'0,"-1"0,1 0,17 0,-17 0,17 0,-17 18,0-18,-1 18,1-1,0 1,-18 0,17-18,1 17,-1 1,1-1,0 1,-18 0,0 17,-18-17,18-1,-18-17,1 0,-18 36,17-19,0-17,-17 35,17-35,1 0,-1 18,0-18,18 18,-17-18,-19 0,36 17,-17-17,-1 0,1 0</inkml:trace>
  <inkml:trace contextRef="#ctx0" brushRef="#br0" timeOffset="61487.5483">12136 8079,'0'-18,"17"18,1 0,-1 0,-17 18,0-1,0 19,0-1,0-18,0 19,0-19,0 19,0-19,0 19,0-19,0 36,0-35,0-1</inkml:trace>
  <inkml:trace contextRef="#ctx0" brushRef="#br0" timeOffset="62584.1201">12171 8114,'17'0,"1"0,17 0,-17 35,17-17,-35-1,18 1,0 0,-1-1,1 1,0 0,-1-1,-17 19,0-19,-17 1,17-1,-18-17,0 18,-17 0,17 17,1-35,17 18,-18-18,0 0,1 0,-1 0</inkml:trace>
  <inkml:trace contextRef="#ctx0" brushRef="#br0" timeOffset="65215.7712">13388 8061,'0'0,"18"0,-1 0,1 0,-18 18,0 17,0-17,0 34,0-16,0-1,0 0,0 1,0-1,0-18,0 1,0 0,0 17,0-17,0-1,0 1,0 0,0-1</inkml:trace>
  <inkml:trace contextRef="#ctx0" brushRef="#br0" timeOffset="66959.6191">13406 8149,'35'0,"-18"0,1 18,35 17,-35-17,-1-18,1 35,0-17,-1-1,1-17,-18 18,18-18,-1 18,1-1,-1 18,1-17,-18 0,0-1,-18 19,1-36,-1 17,1-17,-1 18,0-18,1 0,-1 0,0 0,1 0,-1 0,0 0,1 18,-1-18,0 0,1 17,-1-17,1 18</inkml:trace>
  <inkml:trace contextRef="#ctx0" brushRef="#br0" timeOffset="68095.5384">14834 8096,'0'36,"0"-1,0-18,0 19,0-1,0 0,0-17,-17 0,17 17,0-18,0 19,0-19,-18 1,18 0,0-1,0 1</inkml:trace>
  <inkml:trace contextRef="#ctx0" brushRef="#br0" timeOffset="69303.4686">14781 8132,'0'-18,"18"18,0 0,-18 18,17-1,1 1,0 17,-1-35,1 35,0-35,-1 0,1 18,-1 0,1-1,0 1,-1-18,-17 18,18-18,0 0,-1 17,-17 1,18 17,0-17,-36-1,0 1,1 0,-19-18,1 0,17 17,-17 1,18 0,-19-1,1-17,17 18</inkml:trace>
  <inkml:trace contextRef="#ctx0" brushRef="#br0" timeOffset="71511.1749">16351 7514,'36'0,"-19"0,1 0,-1 0,1 0,0 0,-1 0,1 0,0 18,-1-18,1 0,0 0,-1 0,1 0,-1 0,1 0,0 0,-1 0,1 0</inkml:trace>
  <inkml:trace contextRef="#ctx0" brushRef="#br0" timeOffset="72423.808">16475 7743,'17'0,"1"18,0-18,17 0,-17 0,-1 0,18 0,-17 0,0 0,-1 0,1 0,0 0,-1 0,1 0</inkml:trace>
  <inkml:trace contextRef="#ctx0" brushRef="#br0" timeOffset="92711.5845">17427 7355,'0'-17,"0"-18,18 17,0-17,-18 17,17 0,1 18,-1 0,1 0,0 18,-1-18,1 18,0-1,-1 1,-17 0,0-1,0 1,0-1,0 1,0 0,-17-1,-19 1,19 0,-1-1,0-17,18 18,-17 0,-1-18,36 0,-1 0,1 0,17 17,-17-17,0 18,-1-18,-17 17,18-17,0 18,-1 17,18-17,-17 17,-18 1,0 16,0-16,0-19,0 36,0-35,0 17,0-17,0 17,-18-35,18 18,-35-18,18 0,-1 0,-17 0,17-18,0 1,1 17,-1-18,0 0,1 1,-1 17</inkml:trace>
  <inkml:trace contextRef="#ctx0" brushRef="#br0" timeOffset="94120.6791">18450 7303,'-17'0,"-1"0,0 0,1 0,-1 0,-17 17,17-17,1 35,-1 1,0-36,18 35,0-17,0-1,0 1,-17 17,17-17,0-1,0 1,0 0,0-1,0 1,0 0,0-1,0 1,0 17,17-17,1-1,0-17,17 36,-18-19,1-17,0 0,17 36,-17-36,-1 0,1 0,0 0,-1 0,18 0,-35-36,0 19,0-1,0 0,0 1,0-1,0-17,-17 35,-1 0,1 0,-1 0,0 0,1 0,-1 0,-17 0,17 18,0-18,1 17,17 1,-18-1,18 1,0 0,0-1,0 19</inkml:trace>
  <inkml:trace contextRef="#ctx0" brushRef="#br0" timeOffset="95431.3127">18715 7549,'0'0,"0"-35,35 18,-35-1,18 0,-18 1,35-19,-17 19,17-19,0 19,1 17,-19 0,1 0,17 0,-35 17,0 1,0 0,0 17,0 0,0-17,0 17,0 0,0-17,0 17,0 1,-18-19,18 1,-17 0,-1 17,1-18,17 1,-18-18,0 18,1-1,17 1,-18 0,0-18,1 0,17-18,17 18,19 0,-1 0,18 0,0 0,-36 0,19 0,-19 0,19 18,-19-18,-17 17,18-17,-1 0,-17 18</inkml:trace>
  <inkml:trace contextRef="#ctx0" brushRef="#br0" timeOffset="98783.8973">19756 7338,'0'0,"-18"-18,0 1,1 17,-1 0,-17 0,35-18,-36 18,19 0,-18 0,17 0,-35 0,0-18,35 18,-17 0,18 0,-19 0,19 0,17 36,0-1,0 0,17-35,-17 35,0-17,18-18,-18 18,18-18,-1 17,1 1,-18 0,17-18,1 17,-18 1,18-18,-1 17,1 1,0-18,-1 18,1-18,0 17,-1-17,1 18,-1 0,1 17,0-35,-1 18,-17-1,0 1,0-1,0 1,0 0,0-1,-17-17,-1 18,0-18,1 0,-1 0,1 0,-1 0,0 0,-17 0,17 0,18-18,0 1,0-19,0 19,0-1,0-17,18 17,-18 1,18-1,-1 0,1-17,0 17,-1 1,1-18,-1 35,1-18,0 0,-18 1,17 17,1-36,-18 19,18-1,-18 0</inkml:trace>
  <inkml:trace contextRef="#ctx0" brushRef="#br0" timeOffset="103392.1688">20355 7391,'0'0,"-17"0,-1-36,0 36,1 0,-1 0,0 18,1 0,17-1,-18-17,18 18,0 0,0-1,0 1,0 0,0-1,0 1,0-1,0 1,0 17,18-35,-1 18,-17 0,18-18,-18 17,18-17,-18 18,35 0,-35-1,0 1,18-1,-18 1,0 0,0-1,0 1,0 0,-18-18,0 17,18 1,-17-18,-1 0,-17 0,0-18,-18-17,35 17,0 1,1 17,17-18,0 0,0-17,0 18,17-1,1 18,17-18,-35 1,18 17,0 0,-1-18,1 18,-1 0,1-18,17 1,-35-19,0 19,0-1,18-17,-18 17,0 1</inkml:trace>
  <inkml:trace contextRef="#ctx0" brushRef="#br0" timeOffset="104767.6178">20708 7373,'-18'0,"18"18,-17-18,-1 17,1 1,17 0,-18-1,18 1,0 0,-18 17,1-35,17 17,0 1,0 0,0-1,0 1,0 17,0-17,0 0,0-1,0 18,17-17,1 0,0-18,-1 0,1 0,-1 0,1 0,-18-18,18-17,-18 0,0-1,0 19,0-1,0 0,0 1,0-1,0 0,0 1,0-1,0-17,0 17</inkml:trace>
  <inkml:trace contextRef="#ctx0" brushRef="#br0" timeOffset="106160.3875">21184 7391,'0'0,"-17"0,-1 0,0 0,1 0,-19 0,36 17,-17-17,17 18,0 0,0-1,0 1,0 0,0-1,0 1,0 17,0-17,0-1,0 1,17-18,-17 18,18-1,-18 1,18-18,-18 18,17-18,19 0,-19 0,19 0,-1 0,-17 0,-1-18,-17 0,18-17,-18 17,0 1,0-1,0 0,0 1,-18-18,18 17,-17 18,17-18,-18 18,0 0,1-17,-1 17</inkml:trace>
  <inkml:trace contextRef="#ctx0" brushRef="#br0" timeOffset="108903.85">17921 7990,'0'18,"18"0,-1-18,-17 17,0 1,0 0,0-1,0 1,0 0,0 17,-17-35,17 17,-18-17,18 18,-35 0,17-1</inkml:trace>
  <inkml:trace contextRef="#ctx0" brushRef="#br0" timeOffset="110183.6046">19773 7920,'0'35,"0"-17,-17 17,-1-35,18 18,0-1,-35 1,17 17,18-17,-18-18,18 18,-17-1,-1 1,0-1</inkml:trace>
  <inkml:trace contextRef="#ctx0" brushRef="#br0" timeOffset="145311.6706">2434 10830,'-17'0,"-19"0,19 0,-19 0,-17 0,18 53,-18-35,18 17,-36 0,36 1,-18-19,0 19,36-19,-1 1,0 17,18 0,0-17,0 0,0 35,36-18,34 0,1 36,-36-54,18 36,-35-35,17-18,0 18,-17-18,-1 17,1-17,0 0,17 18,-17-18,17 0,-17 0,17 0,-18 17,1-17,17 0,-17 0,17 0,-17 0,17 0,-17 0</inkml:trace>
  <inkml:trace contextRef="#ctx0" brushRef="#br0" timeOffset="146038.9701">2681 11307,'18'0,"-18"35</inkml:trace>
  <inkml:trace contextRef="#ctx0" brushRef="#br0" timeOffset="146887.443">2805 10883,'17'0,"19"0,-36 18,17 17,18 18,-17-18,0 18,17 35,-35-35,18 0,-1-17,1 16,-18 1,0 0,0-17,0 16,0-16,0-19,0 1,0 17,0-17,0 0,-18-1,1 1,-1 0,0-18,1 35,-1-35,18 17,-18-17,1 0</inkml:trace>
  <inkml:trace contextRef="#ctx0" brushRef="#br0" timeOffset="147871.883">1587 10971,'0'-17,"0"52,-17 18,-1 0,18-18,0-17,0 17,0 0,0 1,0-1,0 35,0-52,0 17,18 18,35 18,-36-1,1-34,-18-1,18 18,-1 0,1 0,0 0,-1-36,1 19,0-36,-1 0,1 0</inkml:trace>
  <inkml:trace contextRef="#ctx0" brushRef="#br0" timeOffset="184454.9903">4180 11677,'0'-18,"18"18,0 0,-1 0,1 0,0 0,-1 0,-17 18,36-18,-19 0,18 0,-17 0,0 18,-1-18,1 0,17 0,-17 0,17 0,-17 0,17 0,-17 17,-1-17,1 0,0 0,-1 0</inkml:trace>
  <inkml:trace contextRef="#ctx0" brushRef="#br0" timeOffset="185951.2201">5027 11765,'18'0,"-1"0,1 0,0 0,-1 0,1 0,0 0,-1 0,18 0,1 0,-19 0,36 0,-17 0,-19 0,1 0,17 0,-17 0,-1 0</inkml:trace>
  <inkml:trace contextRef="#ctx0" brushRef="#br0" timeOffset="186911.4501">5786 11765,'35'0,"-18"0,19 0,-19 0,19 0,-19 0,36 0,-35 0,17 0,-17 0,17 0,-17 0,-1 0</inkml:trace>
  <inkml:trace contextRef="#ctx0" brushRef="#br0" timeOffset="187991.3391">6685 11818,'18'0,"17"0,36 0,-54 0,54 0,-36 0,18 0,-18 0,18 0,0 0,-35 0,35 0,0 0,-36 0</inkml:trace>
  <inkml:trace contextRef="#ctx0" brushRef="#br0" timeOffset="188878.7692">7479 11818,'18'-18,"17"18,-18 0,19 0,-1 0,0 0,1 0,16 0,1 0,0 0,-17 0,-1 0,-17 0,17 0</inkml:trace>
  <inkml:trace contextRef="#ctx0" brushRef="#br0" timeOffset="189751.2942">8308 11818,'18'0,"-1"0,1 0,-1 0,1 0,0 0,35 0,0 0,17 0,-17 0,18 0,-18 0,-1 0,1 0,0 0,-35 0,17 0,-17 0</inkml:trace>
  <inkml:trace contextRef="#ctx0" brushRef="#br0" timeOffset="190751.7892">9366 11818,'36'0,"-19"0,36 0,-35 0,17 0,-17 0,17 0,0 0,18 0,-18 0,-17 0,35 0,-18 0,18 0,0 0,-18 0,1 0,17 0,-36 0</inkml:trace>
  <inkml:trace contextRef="#ctx0" brushRef="#br0" timeOffset="191806.968">10283 11818,'18'-18,"0"18,-1 0,1 0,0 0,-1 0,1 0,0 0,35 0,-1 0,19 0,-18 0,-18 0,36 0,-18 0,-18 0,-17 0</inkml:trace>
  <inkml:trace contextRef="#ctx0" brushRef="#br0" timeOffset="204127.9183">11236 11853,'18'0,"-1"0,1 0,0 0,-1 0,18-17,-17 17,0 0,-1 0,1 0,0 0,-1 0,1 0,0 0,-1 0,1 0,-1 0,1 0,0 0,-1 0,1 0,0 0,17 0,-17 0,17 0,-17 0,-1 0,1-18,-1 0</inkml:trace>
  <inkml:trace contextRef="#ctx0" brushRef="#br0" timeOffset="207759.6078">4304 12030,'0'17,"0"1,0 0,0-1,0 1,0 0,0 17,0-18,0 1,18 17,-18-17,0 17,17 1,-17 17,0-18,0-18,0 1,0 0,0-1,0 1,0-36,0 1,0-19,0 1,0 18,0-1,0-17,0 17,0 0,0 1,0-36,0 35,0-17,0 17,0 1,0-1,0 0,0 1,0-1,0 0,-17-17,17 17,17 18,18 18,1 0,-36-1,35 1,-35 17,0-17,18 0,-18 17,17-35,-17 17,18 1,0 17,-18 1,17-19,-17 36,18-35,-18 0,0-1,0 1,0-1,-18 1,1-18,-1 0,-17 0,17 0,0 0,1 0,-1 0,0 0,1 18</inkml:trace>
  <inkml:trace contextRef="#ctx0" brushRef="#br0" timeOffset="209423.4064">5045 12047,'0'18,"0"17,0 1,0-1,0-18,0 36,0-17,0-19,0 36,0-35,0 17,0-17,0-36,0-17,0-18,0 18,0-18,0 0,0 18,0-1,0 19,0-1,0 0,0-17,0 17,35 1,-35-1,35 18,-17 0,0 0,-18 35,17 18,18-17,-17-19,-18 19,35-1,-17-18,-18 1,18 17,-1-35,-17 18,0 0,0-1,0 19,-35-19,-18 1,35-18,-34 35,-1-35,35 0,0 0,18 18,-17-18</inkml:trace>
  <inkml:trace contextRef="#ctx0" brushRef="#br0" timeOffset="211135.1369">5803 12153,'18'-17,"-18"34,0 36,0-18,0 1,0-1,0-17,0 17,0 0,0 18,0-18,0 1,17 17,1-36,0 1,-18-36,0 1,0-36,0 35,0-35,0 35,0-17,0 0,0 17,0-17,0 17,0-17,0 17,0 1,0-1,0 0,-18 1,18-1,0-17,0 17,18 18,-1 0,1 0,0 36,-1 16,19-16,-19-19,-17 1,36 35,-19-35,-17-1,35 1,-35 0,0-1,0 1,0-1,0 1,0 0,0 17,0-17,-17-1,-1-17,1 18,-19 0,1-18,-18 0,35 0,1 0,-1 0,18 17</inkml:trace>
  <inkml:trace contextRef="#ctx0" brushRef="#br0" timeOffset="212887.4503">6844 12241,'0'18,"0"0,0 35,0-36,0 19,0-19,0 18,0-17,0 0,0-1,0 1,0 0,0-1,0 1,0-36,0-35,0 0,0 1,0 16,0 1,0-18,0 35,0 1,0-1,0 0,0 1,18 17,-1 0,1 0,17 17,0 19,-35-1,36-17,-36-1,35 1,-17 17,-1-17,-17 0,18-18,-1 0,-17 17,0 1,0-1,0 1,0 0,0 17,0-17,-17-18,-1 17,1-17,-1 18,18 0,-18-18,1 0,-1 0,0 0,1 0,-19 17,19-17</inkml:trace>
  <inkml:trace contextRef="#ctx0" brushRef="#br0" timeOffset="214631.5276">7567 12224,'0'-18,"18"18,-1 35,-17-17,0 35,0-18,0 18,0-18,0-17,0 17,0-17,0 17,0-17,0 0,0-1,0 1,0-71,0 0,0 18,0-1,0-16,0-19,0 36,0-1,0 1,0 17,0 1,0-1,18 18,17 0,-17 35,0-17,17 35,-35-18,17-17,19 35,-36-35,17-18,-17 35,18-35,-18 17,18 1,-1 0,-17-1,0 19,0-1,0 0,0-17,-17-18,17 17,-36-17,19 18,-1-18,-17 0,17 18,-17-18,17 0,1 0,34 17</inkml:trace>
  <inkml:trace contextRef="#ctx0" brushRef="#br0" timeOffset="216254.9241">8484 12206,'0'18,"0"35,0-36,0 36,0 0,0-18,0 1,0-1,0 0,0-17,0 35,0-36,36 19,-19-36,-17-18,0-17,0-18,0 35,0-52,0 17,0 0,0 0,0 18,0-1,0 1,0 17,0 1,18 17,0 0,-1 0,1 0,17 35,-17-17,17 17,-17-17,-18-1,35 19,0-19,-17 1,-1 0,-17-1,18 1,-18 17,0-17,0 17,0-17,-18-18,1 17,-18-17,-1 18,36 0,-35-18,35 17,-18-17,1 0,-1 0,0 0,1 0,17 18,-18-18</inkml:trace>
  <inkml:trace contextRef="#ctx0" brushRef="#br0" timeOffset="217902.8001">9543 12277,'0'17,"0"19,0 17,0-1,0 19,-18-18,18 0,0 0,-18-53,18 35,0-17,0-1,0-52,0 0,0 17,0-17,0 0,0-1,0 1,0-18,0 18,0 0,0-1,0 19,0-54,0 53,0 1,18-1,0 0,-18 1,17 17,1 0,0 0,-1 0,1 17,35 19,-53 17,17-53,-17 35,53 18,-35 0,-18-36,53 36,-53-35,0 0,18-1,-1 1,1-18,-18 18,0-1,-18 1,-35-1,18 1,17 0,-35-18,36 0,-1 35,0-35,1 0,-1 0,1 0,-1 0,-17 0,17 18</inkml:trace>
  <inkml:trace contextRef="#ctx0" brushRef="#br0" timeOffset="219479.106">10548 12312,'18'0,"-1"0,19 35,-36 1,0-19,0 18,0-17,0 17,0-17,0 0,0-1,0 1,0 0,0-36,0-35,0 0,0 18,0-18,0 0,0 35,0-17,0 17,0 1,0-1,17 36,1-1,17 36,-35-35,35 17,-17-17,0 0,17 34,-35-34,18-18,-1 18,-17 17,18-17,0 17,-18-17,17-1,-17 1,0 17,0-17,-17-18,-1 0,0 0,1 0,-19 0,19 0,-1 0,-17-18,17 18,1 0,-1-18,0 18,1-17</inkml:trace>
  <inkml:trace contextRef="#ctx0" brushRef="#br0" timeOffset="221159.9766">11571 12347,'0'18,"0"35,0 0,0-18,0 0,0 1,0-1,0 18,0-36,0 1,0 0,18-18,-18-18,0 0,0-52,0 17,0-18,0 18,0 1,0 16,0-17,0 18,17 0,-17 17,18 0,17 18,-17 18,0 0,-18 17,35-17,-17 35,17-36,-18 1,1 17,17-17,-17-1,-18 1,18 0,-1-18,1 17,-18 1,0 0,0-1,-35 1,35 0,-18-18,0 0,-17 17,17 1,1-1,17 1,-18-18,-17 0,17 35,1-35,-1 0,0 0,1 0,-1 18,0-18,1 18</inkml:trace>
  <inkml:trace contextRef="#ctx0" brushRef="#br0" timeOffset="227415.2713">4427 10830,'0'-17,"0"-1,-17 0,-1 1,18-1,-70 0,34-17,-52 35,18-53,-19 36,1-1,35-17,0 35,0 0,18 0,17 0,1 0,-1 0,1 0,-1 0,18 17,0 1,0 0,0 17,0-17,0 34,18 19,-18-36,17-17,-17 17,18-17,-18-1,35 19,-35-1,18-17,-1-1,1 1,-18 0,18-18,17 0,-17 17,-18 1,17-18,1 0,-1 0,1 0,0 0,-1 0,1 0,17 0,-35-18,36 1,-19 17,19-18,-36 0,17 18,-17-17,18 17,17-18,-35 0,18 1,-1 17,1-18,0 0,-18 1,0-1,17 1,1-1,-18 0,0 1,0 34,0 1,0 0,0-1,0 18,0-17,0 17,0-17,0 35,0-35,0 17,0-17,0 17,0 0,0-17,0-1,0 1,0 0,0-1,0 1,0 0,0-1,0 1,0 17,0-17,0-1,0 1,0 0,0-1,-18 1</inkml:trace>
  <inkml:trace contextRef="#ctx0" brushRef="#br0" timeOffset="258839.0744">5133 11201,'-18'0,"18"17,0 1,0 0,0 17,0-17,0-1,0 1,0 17,0-17,-17-18,17 35,-18-17,18 17,0-17,0 17,18-18,-18 1</inkml:trace>
  <inkml:trace contextRef="#ctx0" brushRef="#br0" timeOffset="260206.5905">5309 11307,'-17'0,"17"17,-18 1,18 17,0-17,0-1,0 1,0 0,0-1,0 19,0-1,0-18,0 1,0 0,18-18,-1 0,1 0,0 0,-1 0,19-18,-36 0,0 1,17-1,-17 1,0-1,0 0,0 1,0-1,0-17,0 17,0-17,-17 17,17 1,-18 17,0 0,1 0</inkml:trace>
  <inkml:trace contextRef="#ctx0" brushRef="#br0" timeOffset="261462.8106">5909 11271,'-18'0,"18"18,0 0,0-1,0 1,-17 17,17 0,0 18,0-35,0 0,0-1,0 18,0-17</inkml:trace>
  <inkml:trace contextRef="#ctx0" brushRef="#br0" timeOffset="262671.2367">6121 11342,'-18'0,"0"0,1 0,-1 17,18 1,0 0,-35-1,35 19,-18-36,18 35,0-17,-35 17,35-18,0 1,0 17,0-17,0 0,0-1,0 1,18 0,-1-18,1 0,0 0,-1 0,1 0,-1 0,1 0,0 0,-1-18,1 18,0-18,-18-17,0 17,17-17,-17 17,0 1,18-18,-18 17,0 0,0 1,0-1,0 0,0 1,-18-1,18-17,-17 35,-1-18,0 18,1 0,-1 0</inkml:trace>
  <inkml:trace contextRef="#ctx0" brushRef="#br0" timeOffset="263687.0831">6791 11324,'18'0,"-18"35,17-35,-17 53,0-35,0 0,0 17,0-17,0 17,0 18,0-36,0 1,0 0,18-18</inkml:trace>
  <inkml:trace contextRef="#ctx0" brushRef="#br0" timeOffset="265094.6024">7108 11395,'0'-18,"-17"18,-18 0,35 53,0-35,0 35,0-36,0 1,0-1,0 1,0 0,0-1,0 1,17-18,1 35,-1-35,1 0,0 0,-1 0,1 0,17 0,-35-17,18 17,0 0,-1 0,1-18,-18 0,0-17,0 17,0 1,0-1,0 1,0-1,0 0,-18 18,1-35,-1 35,0-35,1 35,17-18,-18 18,0 0,1 0</inkml:trace>
  <inkml:trace contextRef="#ctx0" brushRef="#br0" timeOffset="266055.8617">7638 11412,'17'0,"-17"36,0-19,0 19,0-1,0 0,0-17,0 17,0-17,0 17,0-17,0 17,18-17,0-54</inkml:trace>
  <inkml:trace contextRef="#ctx0" brushRef="#br0" timeOffset="267206.9696">7885 11430,'-18'0,"0"0,1 0,17 18,-18-1,18 1,-18 17,18-17,0 17,0-17,0-1,0 1,18-18,-18 18,18-18,-1 0,1 0,0 0,-1 0,1 0,0 0,-1 0,1 0,-1 0,1-18,-18 0,0 1,0-1,0 0,0 1,0-1,0-17,0 17,0 1</inkml:trace>
  <inkml:trace contextRef="#ctx0" brushRef="#br0" timeOffset="268295.013">8449 11377,'0'18,"0"17,0 18,0-18,0 18,0-18,0-17,0 17,0-17</inkml:trace>
  <inkml:trace contextRef="#ctx0" brushRef="#br0" timeOffset="269558.9384">8767 11430,'-36'0,"19"0,-19 0,19 0,-1 0,-17 18,35-1,-18-17,18 36,-35-19,35 1,0-1,0 1,0 0,18-18,-1 17,1-17,17 0,-35 18,18 0,17-18,-17 17,17-17,-17 0,-1 0,1 0,-1 0,1-35,-18 17,0-17,0 17,0 1,0-1,-18 18,1-17,-1-1,1 18</inkml:trace>
  <inkml:trace contextRef="#ctx0" brushRef="#br0" timeOffset="270678.3494">9543 11307,'0'17,"0"18,0-17,0 17,0-17,0 17,0-17,0 0,0 17,0-18,0 1,0 0,0-1,0 1,0 0,0-1,0 1</inkml:trace>
  <inkml:trace contextRef="#ctx0" brushRef="#br0" timeOffset="271878.3428">9807 11271,'-17'18,"-1"0,18-1,-18 1,18-1,-17 1,-1 17,18 1,0-19,0 19,-18-1,18-18,0 1,0 0,0-1,0 1,18 17,0-35,-18 18,17-18,1 0,0 0,17 0,18 0,-18 0,-17 0,-1-18,1 18,35-35,-35-18,-18 35,0 1,0-18,0 17,0-17,0 17,-18 18,0-18,1 18,-1-17,0-1,1 0,-1 18,0-17,1 17,-1 0,1 0,-1 0,-17-18</inkml:trace>
  <inkml:trace contextRef="#ctx0" brushRef="#br0" timeOffset="272807.411">10478 11359,'0'36,"0"-1,0-17,0-1,0 19,0-19,0 18,0 1,0-19,0 1,0 17,0 1,0-19,0 1,17 0</inkml:trace>
  <inkml:trace contextRef="#ctx0" brushRef="#br0" timeOffset="273888.0191">10689 11448,'-17'0,"17"17,-18 1,18 0,0-1,0 1,0-1,0 1,18 0,-1-18,1 35,-1-35,1 0,0 18,-1-18,1 0,-18-18,18 0,-18 1,0-1,0-17,0 17,0-17,0 17,-18 1,18-1,-18 18,1-18,-1 18,0 0,1 0,-1 0,1 0,17 18,0 0</inkml:trace>
  <inkml:trace contextRef="#ctx0" brushRef="#br0" timeOffset="274967.6277">11289 11324,'18'-17,"-1"17,-17 17,0 18,0 18,0-35,0 0,0 17,0-17,0 17,0-18,0 19,0-19,18-17,-18 18,0 0,0-1</inkml:trace>
  <inkml:trace contextRef="#ctx0" brushRef="#br0" timeOffset="276079.6705">11553 11377,'0'-18,"-35"18,35 18,0 0,0 17,0 0,0-17,0 17,0-17,0-1,0 1,18 0,-1-1,1-17,0 18,-1-18,1 0,17 0,-17-18,0-17,-18 0,0 17,0-17,0 0,0 17,0 0,0 1,0-1,0 0,0 1,0-1,-18 1,0 17,1 0,-1 0,0 0,1 17,-1-17</inkml:trace>
  <inkml:trace contextRef="#ctx0" brushRef="#br0" timeOffset="276999.8046">12312 11748,'0'0,"18"0,-1 0,1 0,0 0,-1 0,18 0,-17 0,17 0,-17 0,17 0,-17 0,17-18,-17 18,-18-18,17 18</inkml:trace>
  <inkml:trace contextRef="#ctx0" brushRef="#br0" timeOffset="277950.3907">12383 11889,'17'0,"1"0,-1 0,1 0,17 0,1 0,-1 0,-17 0,17 0,-18 0,19 0</inkml:trace>
  <inkml:trace contextRef="#ctx0" brushRef="#br0" timeOffset="279622.9468">13441 11359,'-18'-35,"-17"35,17 0,-17 18,35 17,0-17,0-1,0 19,0-19,0 19,0-19,18-17,-1 0,1 18,0-18,-1 0,1 0,-1 0,1 0,0 0,-18 17,0 19,0-19,0 36,0 0,0-35,-18 17,18-17,0-1,0 1,0 0,-18-18</inkml:trace>
  <inkml:trace contextRef="#ctx0" brushRef="#br0" timeOffset="280992.0817">13458 11430,'0'-18,"0"1,18 17,-18-18,35 18,-17 35,-18-17,0 17,0-17,0 17,0-17,0 17,0-17,18-18,-18 35,-18-17,18-1,-35 1,17-18</inkml:trace>
  <inkml:trace contextRef="#ctx0" brushRef="#br0" timeOffset="286912.2476">13829 11465,'-18'0,"1"0,-1 0,0 18,18 0,0-1,0 18,0-17,0 0,0-1,0 1,0 0,0-1,0 19,36-36,-1 0,-17 17,-1 1,18-18,-17 0,0 0,-1 0,19 0,-1 0,-35-18,0-17,0 17,0 1,0-19,0 19,0-1,0 0,0 1,-18 17,1 0,-1 0,0 0,-17 0,35-18,-18 18,1 0</inkml:trace>
  <inkml:trace contextRef="#ctx0" brushRef="#br0" timeOffset="288239.9104">14358 11448,'0'0,"-18"0,1 0,-1 0,1 35,-1-17,18-1,-18 18,1-17,17 0,0-1,0 19,17-36,-17 17,18-17,-18 18,18-18,-1 0,1 0,-1 0,1 0,17 0,-17-18,-18 1,18-1,-18-35,0 35,0-17,0 18,0-1,0 0,0 1,0-1,0 0,-36 18,36 18,0 0</inkml:trace>
  <inkml:trace contextRef="#ctx0" brushRef="#br0" timeOffset="289335.2922">14799 11465,'0'0,"-18"18,1-18,-1 0,-17 18,0-1,35 1,-18-18,18 35,-18-17,1-1,17 19,0-19,0 19,0-19,0 19,0-19,0 18,17-17,19-18,-19 0,36 0,0 0,-35 0,-1 0,1-18,0 1,17-1,-35 1,18 17,-18-36,0 19,0-1,0-17,0-1,0 19,-18-19,0 19,1-1,-1 18,18-17,-18-1,1 18,-1 0</inkml:trace>
  <inkml:trace contextRef="#ctx0" brushRef="#br0" timeOffset="290670.4361">15222 11518,'-35'18,"17"17,1-17,-1-1,18 19,0-19,-17 19,17-19,0 19,0-19,17 1,1-18,-1 0,19 0,-19 0,1 0,0 0,17 0,-17 0,-1 0,1 0,-18-18,0 1,0-19,0-17,0 36,0-36,0 35,0-17,0 17,-18 18</inkml:trace>
  <inkml:trace contextRef="#ctx0" brushRef="#br0" timeOffset="291871.6145">15716 11518,'-17'0,"17"18,-18 17,18-17,-35 17,35-17,0 17,0-17,0 17,0-17,0-1,35-17,-17 0,-1 0,1 0,0 0,-1 0,18 0,-35-17,18 17,-18-18,18 18,-1-18,1 1,0-36,-18 35,0 0,0 1,0-1,0 0,0 1,0-1,0 1,0-1,-18 18,0 0,-17 0,17 0,1 0,-1 0,1 0,-1 0,0 0,18 18</inkml:trace>
  <inkml:trace contextRef="#ctx0" brushRef="#br0" timeOffset="293063.6522">16334 11483,'-18'0,"0"0,1 0,-1 0,0 0,1 0,17 18,-18-1,18 1,0-1,0 1,0 0,0 17,0-17,0-1,0 19,18-36,-18 35,17-17,19-1,-19-17,1 0,0 0,-1 0,1-17,0-19,-18 1,0 17,0-17,0 17,0 1,0-1,0 0,0 1,0-1,0 1,0 34</inkml:trace>
  <inkml:trace contextRef="#ctx0" brushRef="#br0" timeOffset="294078.6285">16739 11483,'-17'0,"-19"0,1 0,17 18,-17-1,35 1,-35-1,35 19,0-19,-18 36,-17 36,35-54,0-18,0 1,0 0,0-1,35-17,-17 0,17 0,-17 0,17 0,-17 0,-1 0,1 0,0 0,-1-17,-17-19,0 19,18-36,0 35,-18 1,0-1,0 0,0 1,0-1,-18 18,18-18,-18 18,1-35,-1 35,0-35</inkml:trace>
  <inkml:trace contextRef="#ctx0" brushRef="#br0" timeOffset="295119.7914">17321 11518,'-17'0,"-1"0,0 0,1 0,-1 0,1 0,-19 18,1-1,35 19,-18-1,18-17,0 17,0-17,0-1,18-17,0 18,17 0,-17-1,17 1,-18-18,1 17,0-17,-1 0,19 0,17 0,-18 0,0 0,-17 0,-1 0,19-35,-36 18,0-19,0 1,0 0,0 17,0-35,0 35,0 1,0-1,-36 18,19 0,-18 0,17 0,-17 0,17 0,-17 0,17 0,0 18,-17-1,-18 19,36-1,-19-17,1 52,17-52</inkml:trace>
  <inkml:trace contextRef="#ctx0" brushRef="#br0" timeOffset="297470.6755">15981 11783,'0'-18,"17"18,-17 18,0 17,0-17,0-1,0 1,0 0,-17-1,17 1,-18 0,1-1,-1 1</inkml:trace>
  <inkml:trace contextRef="#ctx0" brushRef="#br0" timeOffset="298639.0677">14464 11800,'0'36,"0"-1,-18-17,18 17,-17-17,-1-1,0-17,18 18,-17-1,-1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50:24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4992 15222</inkml:trace>
  <inkml:trace contextRef="#ctx0" brushRef="#br0" timeOffset="7047.2767">5027 15240,'35'0,"18"0,-35 0,17 0,18 0,0 0,0 0,-18 0,-17 0,0 0,-1 0,1 0,-1 0,1 0,0 0,35 0,-36 0,1 0,0 0,-1 0</inkml:trace>
  <inkml:trace contextRef="#ctx0" brushRef="#br0" timeOffset="8599.2193">5997 15275,'18'0,"0"0,-1 0,18 0,-17 0,17 0,1 0,-1 0,35 0,-34 0,-1 0,18 0,-35 0,17 0,-18 0,19 0,-19 0,1 0,0 0</inkml:trace>
  <inkml:trace contextRef="#ctx0" brushRef="#br0" timeOffset="9559.3288">6932 15293,'18'0,"-1"0,19 0,-19 0,36 0,0 0,0 0,-35 0,35 0,-36 0,36 0,-18 0,1 0,-1 0,0 0,-17 0,0 0</inkml:trace>
  <inkml:trace contextRef="#ctx0" brushRef="#br0" timeOffset="10543.4505">7885 15293,'35'0,"18"0,-18 0,36 0,-18 0,-1 0,19 0,-18 0,-18 0,0 0,1 0,17 0,-18 0,-17 0,35 0,-36 0,1 0</inkml:trace>
  <inkml:trace contextRef="#ctx0" brushRef="#br0" timeOffset="11487.7477">9066 15258,'18'0,"0"0,-1 0,19 0,-1 0,18 0,0 0,-18 0,0 0,36 0,-18 0,-18 0,0 0,-17 0,35 0,0 0,-18 0,18 0,0 0,0 0</inkml:trace>
  <inkml:trace contextRef="#ctx0" brushRef="#br0" timeOffset="12406.8929">10478 15293,'17'0,"18"0,-17 0,35 0,0 0,-18 0,36 0,-18 0,0 0,-1 0,-16 0,17 0,-36 0,19 0,-19 0</inkml:trace>
  <inkml:trace contextRef="#ctx0" brushRef="#br0" timeOffset="14335.6422">11642 15311,'17'0,"19"0,-19 0,19 0,-1 0,0 0,-17-18,17 18,-17 0,-1 0,1 0,0 0,-1 0,1 0,-1 0,19 0,-19 0,1 0,0 0,-1 0,1 0,0 0,-1 0,1 0,-1 0,1 0,0 0,-1 0,1 0</inkml:trace>
  <inkml:trace contextRef="#ctx0" brushRef="#br0" timeOffset="18919.4846">5203 14552,'0'-18,"0"1,0-1,18 18,17 0,-17 0,17 0,-17 0,17 0,-17 0,0 0,17 0,-18 0,1 35,0-35,-18 18,0 17,0-17,0 0,0-1,0 1,0 0,0-1,0 18,0-17,0 0,-18-1,0 19,1-36,-1 17,1 1,-1 0,0-1,1-17,-1 0,0 0,1 0,-1 0,18-17,0-1,0 0,0 1,35 17,-17 0,17 0,-17 17,17-17,0 53,-17-53,0 18,-1 0,1-1,17-17</inkml:trace>
  <inkml:trace contextRef="#ctx0" brushRef="#br0" timeOffset="20575.3384">6138 14640,'18'18,"-18"17,0-17,0 17,18-17,-1-1,-17 1,0 0,0-1,0 1,18-18,0 0,-1 0,1 0,-1 0,1 0,0 0,-1 0,1 0,0 0,17 18,-17-1,-1-17,-17 18,18-18,-18 18,0-1,0 1,0-1,0 1,0 0,-18-1,1-17,-1 0,0 0,1 0,-1 18,0-18,1 0,-1 0,0 0,-17 0,18 0,-1 0,0 0</inkml:trace>
  <inkml:trace contextRef="#ctx0" brushRef="#br0" timeOffset="21551.4211">6156 14746,'18'0,"-1"-18,-17 1,36 17,-36-18,17 18,18 0,1-35,-1 35,0 0,-17 0,0 0,-1 0,1 0,-1 0</inkml:trace>
  <inkml:trace contextRef="#ctx0" brushRef="#br0" timeOffset="22992.4519">7126 14570,'0'17,"0"1,-35 0,35-1,-18 19,1-36,17 17,-18 36,18-35,0-1,0 19,0-1,0 0,0-17,0 0,0 17,0-18,0 1,0 0,0-1,18 1,-18 17,17-35,1 18,-1 0,-17-1,36-17,-36 18,35-1,-17 1,-1-18,1 0,0 0,-1 0,-17-18,0 1,0-1,0 1,0-1,0 0,0 1,-17-1,17 0,-18 18,0 0,1 0,-1 0,-17 0,17 18,0-18,1 18,-1-1</inkml:trace>
  <inkml:trace contextRef="#ctx0" brushRef="#br0" timeOffset="25007.1385">5292 15434,'0'18,"0"17,0-17,0 35,0-18,0 18,-18 0,0-18,18 0,-17 36,17-36,0 0,0-17,0 0,0-1,0-34,0-36,0 0,0 17,0-16,0 16,0 1,0 17,17-17,1-35,0 52,-18-17,0 17,0 0,0 1,17-1,19 18,-19 18,19 17,-1 0,-18 1,36-1,0 53,-17-53,-1 1,0 34,-17-52,17 17,0-17,-35-1,0 1,-17 0,-19 17,1-35,17 17,-17 1,18-18,-19 18,19-18,-1 17,0-17,-17 0,17 0,-17 0,18 0,-19 0,19 0,-19 0,19 0,-19 0,19 0,-19 0,19-17</inkml:trace>
  <inkml:trace contextRef="#ctx0" brushRef="#br0" timeOffset="26775.6076">6085 15628,'18'0,"0"0,-1 0,-17 18,0-1,0 19,18-19,-18 19,0-19,0 36,0-35,0-1,0 1,0 0,0-1,0 1,0 0,0-1,0 1,0-1,0-87,-18-1,18 18,0 1,0-19,0 36,0 17,0 0,0 1,0-1,0 1,18 52,0-18,17 36,-17-53,17 53,-35-35,17 17,19-17,-19 17,19-17,-36-1,17-17,-17 18,18 0,-18-1,-35-17,35 18,-18 0,0-18,1 0,-1 0,0 17,-17-17,18 0,-1 0,0 18,1-18,-1 0,0 17,1-17</inkml:trace>
  <inkml:trace contextRef="#ctx0" brushRef="#br0" timeOffset="28271.8231">7020 15663,'18'0,"-18"18,0 35,0 0,0 0,0 0,0-18,0 18,0-36,0 19,0-19,0 1,0 0,0-1,18-17,-1 0,-17-53,0-17,0 17,-17 0,17 0,0 0,0 18,0 0,0-1,0 19,0-1,17 18,1 0,17 35,-17-17,17 35,-17-53,-1 35,1 0,17 1,-17-19,0 1,-1 0,-17-1,0 1,0 17,-17-17,-1-1,-17 1,17-18,0 0,-17 18,17-1,1-17,-19 18,1-18,18 18,-19-18,19 0,-1 17</inkml:trace>
  <inkml:trace contextRef="#ctx0" brushRef="#br0" timeOffset="29871.4784">8184 15699,'0'17,"0"19,0-1,0 18,0 0,0-18,0 0,0 0,0 1,0-19,0 19,0-19,0 19,-17-89,-18-18,35 36,0 0,0-18,0 0,-18 17,18 19,0-18,0-1,-18 1,18 0,0 17,0 0,18 36,0-18,-1 35,1-17,17 17,-35-17,35 17,-17-17,0-1,-1 1,1 0,0-1,-1 1,-17 0,0-1,0 19,0-19,0 1,0-1,-17 19,-1-36,18 17,-35-17,17 0,0 0,1 36,-19-36,1 0,18 0,-1 0,0 0,1 0</inkml:trace>
  <inkml:trace contextRef="#ctx0" brushRef="#br0" timeOffset="31488.3079">9507 15663,'0'36,"0"-1,0 0,0 18,0-35,0 35,0-36,0 36,0-35,0-1,0 1,0 0,0-1,0-52,0 0,0 0,0-36,-17 18,17 0,0 0,0 18,0 0,0 17,0 0,17 18,1 18,0 0,17 17,0 0,-17 1,-1-36,1 17,0 1,-18-1,0 19,17-19,-17 1,0 0,0-1,0 1,0 0,0-1,-35 1,0-18,17 0,-17 0,0 17,17 1,0-18,1 0,17 18,-18-18,0 17,1-17,-1 18,1-18,34 0</inkml:trace>
  <inkml:trace contextRef="#ctx0" brushRef="#br0" timeOffset="33022.9346">10707 15699,'0'17,"0"36,0-35,0 17,0 0,0 1,0-1,0-17,0-1,0 1,0-1,0 1,0-53,0 0,0-18,0 0,0 35,0-17,0 17,0 1,0-1,0 0,17 18,1 0,0 0,-1 18,1-18,17 35,-17-17,17 17,-17-17,17 17,-17-17,-1-1,19 19,-19-19,1-17,-18 35,0-17,0 0,0-1,0 1,-18 0,1-18,-19 0,19 17,-1 1,0-18,1 0,-18 0,17 0,-17 0,-1 0,19 0,-19 0,19 0,-1 0,1 0,-1 0,0 0,1 0</inkml:trace>
  <inkml:trace contextRef="#ctx0" brushRef="#br0" timeOffset="34623.4001">11889 15769,'0'53,"0"0,0-18,0 18,0-35,0 17,0-17,0 17,0-17,0-1,0 1,0-36,0-17,0-18,0 0,0 0,0 18,0-18,0 35,0-17,0 18,0-1,17 0,1 18,0 0,-1 0,1 0,-1 0,1 18,17 0,-35-1,18 1,0-1,-1-17,-17 18,18 0,0-18,-1 17,1 1,-18 0,0-1,0 1,0 0,0-1,0 1,0 17,0-17,0-1,-18-17,-35 36,36-36,-19 17,1 1,0 0,17-18,18 17,-35-17</inkml:trace>
  <inkml:trace contextRef="#ctx0" brushRef="#br0" timeOffset="40943.3929">5274 13635,'0'35,"0"-17,0 35,0-36,0 36,0-17,0-19,0 36,0-35,0 17,0-17,0 17,18-17,-18-1,17 18,1-17,0 17</inkml:trace>
  <inkml:trace contextRef="#ctx0" brushRef="#br0" timeOffset="60911.5027">6350 13582,'0'18,"0"-1,0 1,0 0,0 17,0-18,0 1,0 0,0-1,0 19,0-19,0 1,0 17,0-17,0-1,0 1,0 35,0-35,0-1,0 1,0 0,0 17,18 0</inkml:trace>
  <inkml:trace contextRef="#ctx0" brushRef="#br0" timeOffset="66159.0804">7108 13635,'0'18,"0"-1,0 18,0-17,18 17,-18-17,0 0,0-1,0 1,0 0,0-1,0 1,0-1,0 1,0 0,0-1,0 1,0 0,0-1,0 1,18 0,-18-1,0 18,17-35</inkml:trace>
  <inkml:trace contextRef="#ctx0" brushRef="#br0" timeOffset="89543.4495">8079 13635,'0'18,"0"17,0-18,0 19,0-19,0 1,0 17,0-17,0 0,0-1,0 18,0-17,0 0,0-1,0 1,0 0,0-1,0 1,0 0,0-1,0 1,0-1,0 1,-18-18</inkml:trace>
  <inkml:trace contextRef="#ctx0" brushRef="#br0" timeOffset="91270.358">8273 13758,'17'0,"-17"18,0 0,0-1,0 1,0 0,0-1,0 1,0-1,0 1,0 0,0-1,0 1,0 0,0-1,0 1,0 0,18-18,0 0,-1 0,1 0,-1 0,1 0,0 0,-1 0,1-18,0 18,-18-18,17 1,-17-1,18 18,-18-18,0 1,0-1,0 0,0 1,0-1,0 1,-18 17,-17 0,17 0,-17 0,17 0,18-18,-17 18,17-18,-18 18,1-17</inkml:trace>
  <inkml:trace contextRef="#ctx0" brushRef="#br0" timeOffset="92615.3879">9296 13776,'17'0,"1"0,-18 35,0-17,18 17,-18-17,0 17,0 0,0 1,0-19,0 1,0 0,0-1,0 1,0-1,0 1,0 0,0-1,0 1,17-18</inkml:trace>
  <inkml:trace contextRef="#ctx0" brushRef="#br0" timeOffset="93951.6479">9560 13882,'0'-18,"-17"18,-1 0,0 18,1-1,17 1,-18 0,18-1,-18 1,18 0,0-1,0 1,0 0,0-1,0 1,0-1,0 1,0 0,0-1,18-17,0 0,-1 0,1 0,0 0,-1 0,1 0,17 0,-17 0,-1 0,1 0,0-17,-18-1,17 18,1-35,-18 17,0 1,0-1,0 0,0 1,0-1,0 0,0 1,0-1,0 0,-18 18,1 0,-1 0,0 0,1 0,-1 0,1 0,-1 0,0 0,1 0,-1 18,0-18</inkml:trace>
  <inkml:trace contextRef="#ctx0" brushRef="#br0" timeOffset="95335.63">10654 13829,'0'18,"18"17,-18 0,0 0,0 18,0-17,0-19,17 1,-17-1,0 1,18 0,-1-18,-17 17,0 1,18-18,-18 18,0-1,0 1,0 0</inkml:trace>
  <inkml:trace contextRef="#ctx0" brushRef="#br0" timeOffset="96574.9358">10830 13935,'0'17,"0"1,0 17,-17-17,17 0,0 17,0-18,0 1,0 0,0-1,0 1,0 0,17-18,1 0,0 17,-1-17,1 0,-1 0,1 0,0 0,-1-17,1-1,-18 0,0 1,0-1,0 0,0-17,-18 35,18-17,-17 17,-1-18,0 18,1 0,17-18,-18 18,1 0</inkml:trace>
  <inkml:trace contextRef="#ctx0" brushRef="#br0" timeOffset="97672.0353">11818 13988,'0'35,"0"-17,0 34,0-34,0 17,0 18,0-35,0 17,0 1,0-19,0 1,0-1,0 1,18 0</inkml:trace>
  <inkml:trace contextRef="#ctx0" brushRef="#br0" timeOffset="98800.1606">12047 14058,'0'-17,"-17"17,-1 17,18 1,0 17,-35 0,35-17,0 0,0 17,0-17,0-1,0 1,0 0,17-1,-17 1,18-1,0 1,17-18,-17 0,17 0,-17 0,17 0,-35-18,17 1,-17-36,18 18,-18 17,0-17,0 17,0-17,-18 17,1 0,17 1,-35-1,17 18,0 0,1 0,-1 0,0 18</inkml:trace>
  <inkml:trace contextRef="#ctx0" brushRef="#br0" timeOffset="101382.7064">8343 14446,'0'36,"0"-1,0 0,0-17,0 17,0 0,0 1,0-19,0 18,0-17,0 17,0-17,0 0,0-1,0 1,0 0,0-1,0 1,0 0,0-1,0 1,0-1,0 1,0 35,18-35,-18-1,0 19,0-19,0 1,-35-53,-1 17,36 0,-17 1,-1-1,18 36,18-18,17 35,-17-17,-1-1,1 1,17-1,0-17,-17-52,0 34,-1 0,1 1,0-19,-1 19,-17-1,18 0,0-17,-18 18</inkml:trace>
  <inkml:trace contextRef="#ctx0" brushRef="#br0" timeOffset="103374.6799">9454 14482,'0'17,"0"36,0-18,0-17,0 35,0-18,0 0,0 18,0-17,0-1,0 18,0-35,0 17,0-18,0 19,0-19,0 1,0 0,36-1,-36-34,-18-1,0 18,18-18,-17 18,17-17,-35 17,17-18,0 0,1 18,34 0,1 0,0 0,-18 18,35-18,-18 0,1 35,0-35,-1 18,19 0,-19-1,1-17,0-17,-18-1,17 0,-17 1,18-1,-18 0,0-17,35 0,-35 17,0 1,18-1,-18 0</inkml:trace>
  <inkml:trace contextRef="#ctx0" brushRef="#br0" timeOffset="105494.7819">10883 14517,'0'17,"0"1,0 53,0-54,0 36,0-18,0 1,0-1,0-17,0 17,0 18,-17 0,17-36,0 1,0 0,0-1,0 1,0 0,0 17,0-17,0-1,0 1,-18-18,-17-18,17-17,0 17,1-17,-1 17,0 18,18 18,0 0,18-18,0 35,-1-35,-17 18,36-1,-36 1,17-18,1 17,0 1,-1-18,18 0,1-18,-19-17,1 35,0-17,-18-1,35 0,-35-17,0 17,18 1,-18-1</inkml:trace>
  <inkml:trace contextRef="#ctx0" brushRef="#br0" timeOffset="107719.6845">12065 14587,'0'18,"0"0,0 35,0-36,0 36,0 0,0-35,0 35,0 0,0-1,0-34,0 17,0-17,0 35,0-35,0 17,0-18,-18-17,1 0,-1 0,-17 0,17-17,1-1,-19 18,36-17,-17 17,34 0,1 0,17 0,-17 0,-18 17,17-17,1 0,0 18,17-18,-17 0,-18 17,17-17,1 0,0 0,-1-17,1-1,-1 1,-17-1,18-17,-18 17,0 0,-18 18</inkml:trace>
  <inkml:trace contextRef="#ctx0" brushRef="#br0" timeOffset="113367.0325">13282 14640,'18'0,"17"0,-17 0,17 0,-17 0,-1 0,1 0,-1 0,1 0,0 0,-1 0,-17-17,18 17,0-18,-1 18,1 0,0 0,-18-18</inkml:trace>
  <inkml:trace contextRef="#ctx0" brushRef="#br0" timeOffset="114255.8115">13370 14905,'36'0,"-1"0,-18 0,19 0,-1 0,-17 0,-1 0,1 0,0 0,-1 0,1 0,0 0</inkml:trace>
  <inkml:trace contextRef="#ctx0" brushRef="#br0" timeOffset="116198.9114">5944 13935,'18'0,"-18"17,0 1,0-36,0 1,0-1</inkml:trace>
  <inkml:trace contextRef="#ctx0" brushRef="#br0" timeOffset="117599.0385">6791 13952,'18'0,"-18"18,0-36,0 1,0 34,35-34,-35-1,0 0,0 1,-18 34,1 1</inkml:trace>
  <inkml:trace contextRef="#ctx0" brushRef="#br0" timeOffset="118648.5044">7655 13899,'0'-17,"-17"17,-1 17,36-17,-1 0,1-17,-36 17,18 17,0 1</inkml:trace>
  <inkml:trace contextRef="#ctx0" brushRef="#br0" timeOffset="119742.8387">8961 14093,'0'-35,"0"18,-18 17,0 17,18 1,0-1</inkml:trace>
  <inkml:trace contextRef="#ctx0" brushRef="#br0" timeOffset="120839.3449">10178 14146,'0'-17,"17"-1,19 0,-36 1,0-1,17 18,-34 0,-1 0</inkml:trace>
  <inkml:trace contextRef="#ctx0" brushRef="#br0" timeOffset="122174.5835">11553 14217,'-17'0,"17"18,-18-18,18 17,0 1,18-18</inkml:trace>
  <inkml:trace contextRef="#ctx0" brushRef="#br0" timeOffset="124903.508">14199 14552,'0'18,"0"-1,0 1,0 17,0 1,0-1,0 0,0-17,0 35,0-36,0 36,0-17,0-19,0 18,0-17,0 17,0-17,0 0,0-1,0 1,0 17,0-17,18-1,-18 1</inkml:trace>
  <inkml:trace contextRef="#ctx0" brushRef="#br0" timeOffset="126319.4574">14464 14746,'0'-18,"-35"18,35 18,0 0,-18-1,18 19,0-19,-18 19,18-19,0 1,0 17,0-17,0-1,0 1,0 0,0-1,18 19,0-19,17 19,0-36,-35 17,18-17,-1 0,1 0,0 0,-1 0,1 0,0 0,-18-17,0-19,0 19,0-1,0 0,0 1,-18-19,18 19,0-18,-18 35,18-18,-35 0,35 1,-18 17,18-18,-17 0,-1 1,18-1</inkml:trace>
  <inkml:trace contextRef="#ctx0" brushRef="#br0" timeOffset="127439.5826">14499 14129,'0'17,"0"1,0 0,0-1,0 1,0 0,0-1,0 1,0 17,0-17,0-1,0 1,0 0,0-1,35-17,-17 0,17 0,-17 0,0 0,17 36,0-36,-17 17,-1-17,1 0,0 0,-1 0,1 0</inkml:trace>
  <inkml:trace contextRef="#ctx0" brushRef="#br0" timeOffset="128294.9905">14676 14270,'0'18,"0"17,0-18,0 19,-18-19,18 19,-18-19,18 19,0-19,0 18,0-17</inkml:trace>
  <inkml:trace contextRef="#ctx0" brushRef="#br0" timeOffset="129270.763">15416 14923,'0'-18,"18"18,17 0,-17 0,35 0,-18 0,-17 0,-1 0,1 0,0 0,-1 0,1 0,0 0</inkml:trace>
  <inkml:trace contextRef="#ctx0" brushRef="#br0" timeOffset="130095.2031">15469 15081,'36'0,"-19"0,19 0,-19 0,1 0,-1 0,19 0,-19 0,19 0,-19 0</inkml:trace>
  <inkml:trace contextRef="#ctx0" brushRef="#br0" timeOffset="131127.6101">16228 14693,'0'18,"0"35,0-18,0 0,0 1,0-19,0 19,0-19,0 18,0-17,0 0,0-1,0 1,0 0,0-1,0 1,0 0,-18-18</inkml:trace>
  <inkml:trace contextRef="#ctx0" brushRef="#br0" timeOffset="132615.0995">16475 14817,'-18'0,"0"0,1 0,-1 0,18 17,0 1,0 0,0-1,0 1,0 0,0-1,0 1,0-1,0 1,0 0,0-1,0 1,0 0,18-1,-1-17,1 18,-18 0,35-1,1 1,-19-18,1 0,0 0,-1 0,-17-18,0 1,0-19,-17 19,-1-19,18 19,-35-19,17 19,18-1,-18 1,1-1,17 0,-18 18,18-17</inkml:trace>
  <inkml:trace contextRef="#ctx0" brushRef="#br0" timeOffset="133551.1751">16775 15134,'0'18,"0"17,0-17,0 17,0-17,0-1,-18 1,0 0,18-1</inkml:trace>
  <inkml:trace contextRef="#ctx0" brushRef="#br0" timeOffset="134726.2549">16845 14887,'0'36,"0"-1,0-18,0 1,0 0,0-1,18 1,-1 0,1-1,0-17,-1 0,19 18,-19-18,1 0,0 0,-1 0,-17-18,0 1,0-1,0 0,0-17,0 17,-17 18,17-17,-18-1,-17-17,35 17,-18 1,18-1,0-17,0 17,-18 18,1 0</inkml:trace>
  <inkml:trace contextRef="#ctx0" brushRef="#br0" timeOffset="135879.1623">17286 14834,'-18'0,"1"0,-1 0,1 0,-1 0,0 0,1 18,17 0,-18-1,18 1,0 0,0 17,0 0,0-17,0-1,0 19,18-19,-1-17,-17 18,18-18,0 35,-1-35,1 0,-1 0,1 0,0 0,-1 0,19 0,-19-35,-17 17,0 1,0-1,0 0,0 1,0-1,0 0,0 1,0-1,0 1,-17-1,-1 18,0 0,1-18,-1 1,0 17</inkml:trace>
  <inkml:trace contextRef="#ctx0" brushRef="#br0" timeOffset="136953.3162">17533 14870,'0'17,"0"1,0 0,0-1,0 1,0-1,0 1,0 0,0-1,0 1,0 0,18-1,-1 1,1-18,0 0,-1 0,1 0,17 0,-17 0,-18-18,0 1,0-19,0 19,0-1,0-17,-18 17,18 1,-17-1,-1 0,18 1,-18-1,1 0,-1 18,-17 0,35 18,-18-18,0 18</inkml:trace>
  <inkml:trace contextRef="#ctx0" brushRef="#br0" timeOffset="138105.4909">16951 14852,'0'18,"-18"17,18-17,0-1,0 1,0-1,0 1,-17 0,-1 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53:15.3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 13159,'0'0,"-35"0,17 0,-17 0,17 0,-17 0,17 0,1 0,-1 0,-17 0,35 17,-18 1,18 0,-17 17,-1-18,18 1,-18 0,-17 35,35-36,0 1,0 17,0 0,-18-17,18 0,0 17,0-17,0-1,0 1,0 0,0-1,18 19,-18-19,18-17,-18 18,35 17,-17-17,-1-1,1 1,-1-18,36 0,-35 35,0-35,-1 0,19 0,-19 0,1 0,17-17,-17-19,-18 19,0-1,35-17,-35-18,0 35,18-35,-1 0,19-17,-36 35,0-1,17 19,-17-1,18 0,-18 1,0-19,18 1,-18 0,0 17,0 1,0-1,0-17,0 17,-18 0,0 18,1 0,17-17,-18 17,0 0,1 0,17 17,0 1,0 17,-18 1</inkml:trace>
  <inkml:trace contextRef="#ctx0" brushRef="#br0" timeOffset="863.4317">2311 13441,'17'0,"1"0,0 0,17 53,-17-53,-18 53,17-18,1 0,-1 1,1-36,-18 35,35 0,-35-17,0-1,18-17,0 36,-18-1,17-35</inkml:trace>
  <inkml:trace contextRef="#ctx0" brushRef="#br0" timeOffset="2415.5845">2752 13441,'0'17,"0"19,0-19,0 19,0-19,0 1,0 0,0-1,17 1,1 17,0-17,-18-1,17 1,1-18,0 0,-1 0,1 0,-1 0,1-18,0 18,-1-17,-17-1,0 1,0-1,0 0,0 1,0-1,0 0,0 1,0-1,18 36,-18-1,0 1,18 0,-18-1,0 19,0-19,17-17,-17 35,0-17,0 17</inkml:trace>
  <inkml:trace contextRef="#ctx0" brushRef="#br0" timeOffset="3688.8479">3140 13705,'17'-35,"1"35,0 0,-1 0,-17-17,18 17,0-18,-1-17,-17-1,0 19,18-36,-18 35,0 0,0 1,-18 17,1 17,17 1,-18 0,0 17,18-17,0-1,0 1,0 0,0-1,0 1,0 0,0-1,0 18,0-17,0 0,0-1,0 1,0 0,18-18,0 0,-1 0,1 0,-1 0,1-18,0 0,-1 1,19-19</inkml:trace>
  <inkml:trace contextRef="#ctx0" brushRef="#br0" timeOffset="4911.7683">3651 13476,'-17'0,"-1"0,0 0,1 0,-1 0,18 18,0-1,0 1,0 0,0-1,0 1,0 0,18-1,-18 1,17-18,-17 18,18-18,-18 35,0-18,0 1,-18-18,1 18,-1-18,0 0,1 0,-1 0</inkml:trace>
  <inkml:trace contextRef="#ctx0" brushRef="#br0" timeOffset="6255.7853">3933 13123,'0'18,"0"0,0 17,-17-17,17-1,0 36,-18-18,18 1,0-1,0 0,0-17,0 17,0-17,0 17,0-17,0-1,0 19,0-1,18-17,-1-1,1 1,0-18,-1 0,1 0,0 0,-1 0,1 0,-18-18,0 1</inkml:trace>
  <inkml:trace contextRef="#ctx0" brushRef="#br0" timeOffset="7159.4496">3810 13441,'35'0,"-17"0,17 0,-17 0,17 0,-17 0,-1 0,19-18,-36 1,35 17</inkml:trace>
  <inkml:trace contextRef="#ctx0" brushRef="#br0" timeOffset="8287.9354">4180 13511,'18'0,"0"36,-18-19,0 19,0-19,0 19</inkml:trace>
  <inkml:trace contextRef="#ctx0" brushRef="#br0" timeOffset="8984.0675">4216 13388,'17'-18,"-17"36,0 0,0-1,0 1</inkml:trace>
  <inkml:trace contextRef="#ctx0" brushRef="#br0" timeOffset="10431.4412">4445 13547,'-18'0,"18"17,0 1,0 0,0 17,0-17,18 17,0-18,-1 1,1-18,0 0,-1 0,1 0,-18-18,0 1,0-1,0 1,0-1,-18 0,1 18,-1-35,0 17,18 1</inkml:trace>
  <inkml:trace contextRef="#ctx0" brushRef="#br0" timeOffset="11511.1392">4639 13600,'18'0,"-1"17,-17 1,0 0,0-1,0 1,0-1,0 1,0 0,18-18,-18 17,0 19,0-19,0-34,0-19,0 19,0-1,0 0,0 1,18 17,-1-18,1 18,0 0,-1 0,1 0,-1 0,1 0,-18 18,0 17,0-17,0-1,0 1,0 0,0-1,0 1</inkml:trace>
  <inkml:trace contextRef="#ctx0" brushRef="#br0" timeOffset="12623.4058">5045 13529,'0'-18,"-18"18,0 0,1 0,-1 0,1 18,17 0,0-1,0 1,0 0,0-1,0 1,0 17,0-17,0-1,0 19,17-36,1 0,-18 17,17-17,1 36,0-36,-18 17,17-17,-17 18,0 0,0-1,0 1,0-1,-17-17,-19 0,19 0</inkml:trace>
  <inkml:trace contextRef="#ctx0" brushRef="#br0" timeOffset="14136.2034">2558 14446,'0'18,"0"0,0 34,0-34,0 17,0 1,0-1,0-17,0-1,0 1,0 17,0-17,0-1,0 1,0 0,0-1,0 1,0 0,0-1,0 19,17-36,-17-36</inkml:trace>
  <inkml:trace contextRef="#ctx0" brushRef="#br0" timeOffset="14968.2591">2593 14446,'0'-17,"18"17,-1 0,1 0,-18 17,17-17,1 36,0-19,-1 36,-17-35,18 17,-18-17,18 17,-18-17,35-1,-35 1,0-1,0 19,0-19,18 1,-18 0,0-1,0 19,0-19</inkml:trace>
  <inkml:trace contextRef="#ctx0" brushRef="#br0" timeOffset="15903.016">2575 14728,'18'0,"17"0,-17-17,-1 17,1 0,0 0,-1 0,1 0,0 0,-18-18,17 18</inkml:trace>
  <inkml:trace contextRef="#ctx0" brushRef="#br0" timeOffset="17471.8562">2981 14764,'18'0,"-1"17,1 1,-18-36,0-17,18-18,-1 18,1 17,-1 1,19 17,-19 0,1 0,-18 17,18 1,-1-18,-17 35,0-17,0-1,0 1,0 0,0-1,0 19,0-19,18 19,-18-19</inkml:trace>
  <inkml:trace contextRef="#ctx0" brushRef="#br0" timeOffset="19023.5796">3387 14658,'17'0,"-17"-18,0 1,-17 17,-1 35,18-17,0-1,0 1,0-1,0 1,0 17,0-17,18 0,-18-1,17-17,1 18,-18 0,0-1,0 1,-18-18,1 0,-1 0,0 0,-17 0,17 0</inkml:trace>
  <inkml:trace contextRef="#ctx0" brushRef="#br0" timeOffset="20319.0561">3616 14693,'0'18,"0"35,18-18,-1-17,1-18,0 0,-1 0,1 0,-1 0,1 17,17-17,-17 18,0-18,-1 0,1 0,-18-35,0-1,0-17,0 1,0 16,0 19,0-19,-18 36</inkml:trace>
  <inkml:trace contextRef="#ctx0" brushRef="#br0" timeOffset="22071.6536">3669 14711,'-18'0,"18"17,0 1,18-18,-18 18,0 17,18-17,-1-18,1 0,-18-18,0 0,0 1,0-1,0 0,0 1</inkml:trace>
  <inkml:trace contextRef="#ctx0" brushRef="#br0" timeOffset="23904.2457">3651 14587,'-17'0,"17"18,0 0,17-18,-17 17,0 19,0-19,0 18,0-17,0 17,0 1,18-36,0 17,-1 1,-17 0,0-1,35-17,-35-17,0-19,0 19,0-1,18 0,-18 1,0-1,0 0,0 1,18 17,-18-18</inkml:trace>
  <inkml:trace contextRef="#ctx0" brushRef="#br0" timeOffset="25544.2273">4128 14799,'17'0,"-17"-18,35 18,-17-17,0 17,-1 0,-17-18,0 0,0 1,18 17,-18-18,0 1,0-1,-18 18,-17 0,17 0,1 18,-1-18,-17 17,17 1,1-1,-1-17,18 18,0 0,0-1,0 1,0 17,0 1,18-1,17 0,-17-35,-1 18,1-18,-1 0,1 0,0 0,-1 0,1-18,-18 1</inkml:trace>
  <inkml:trace contextRef="#ctx0" brushRef="#br0" timeOffset="26711.4372">4392 14693,'0'18,"0"-1,0 19,0-19,0 1,0 0,0 17,0-17,0-1,0 1,0-36,0 1,0-19,0 1,0 0,0-1,0 19,0-1,0 1,18-1,-18 0,17 18,1 0,0 0,-1 0,1 0,0 0</inkml:trace>
  <inkml:trace contextRef="#ctx0" brushRef="#br0" timeOffset="28327.2747">4833 14658,'0'-18,"-18"18,-17 0,18 0,-1 0,0 0,18 18,-17-18,17 18,0 17,0-18,0 1,0 0,0-1,17 1,1-18,0 0,-1 0,1 0,-1 18,1-1,-18 1,0 0,0-1,0 19,-18-36,-17 0,18 0,-19 0,1 0,0 0,17 0</inkml:trace>
  <inkml:trace contextRef="#ctx0" brushRef="#br0" timeOffset="33832.8374">6279 13212,'-17'0,"-1"0,-17 17,17-17,1 0,17 18,-18-18,0 0,1 35,-1-17,18 17,-18-17,18 17,-35 0,35-17,-17 17,-1 18,-17-18,35-17,0 0,0 35,-18-1,18-34,0 35,0-35,18-1,-18 1,17-18,19 53,-19-36,18 19,-17-19,0 1,17 17,0-35,-17 0,17 0,18 0,-35-35,17 0,-17-18,17 18,-35-1,18 1,-18 0,0-1,0 1,0 18,0-1,0 0,0-17,0 17,0-17,0 17,0-70,-53 53,17-18,1 0,0-17,-18 34,18-17,17 53,0-17,18-1,-17 0,17 36,0 0,0 17,0 0,0-17</inkml:trace>
  <inkml:trace contextRef="#ctx0" brushRef="#br0" timeOffset="34792.0318">6191 13758,'18'0,"0"0,-1 0,1 0,-1 18,1 0,0-1,-1 1,19 17,-19-17,1-1,0 1,-18 0,0-1,17 1,1 0</inkml:trace>
  <inkml:trace contextRef="#ctx0" brushRef="#br0" timeOffset="35855.4234">6668 13370,'0'53,"0"-35,0 35,0-18,0 0,0 18,0-35,0 35,0-36,0 1,0 17,0 1,0-19,0 19,0-19,0 18,0 1,0 17,0-36,0 19,0-19,0 36,0-35,0-1</inkml:trace>
  <inkml:trace contextRef="#ctx0" brushRef="#br0" timeOffset="37759.3185">9190 13282,'-18'0,"1"0,-1 0,-17 0,-18 18,0-1,-18 1,-52 35,35 17,-1 1,19-36,-1 36,18-36,36-17,-1-1,18 19,0-1,18-17,-1-1,1 1,0 0,-1-1,1 1,0-1,17 1,0 17,-17-35,17 18,-17-18,-1 0,1 0,0 0,-1 0,19 0,-1-18,18-17,-36 17,1-17,0 35,-1-17,-17-54,0 53,0-17,0 0,0 17,0 1,0-19,0 19,0-1,0-17,-17-1,-1 19,0-1,18-17,-17 17,17 1,0-1,0 0,0 1,0-1,0 0</inkml:trace>
  <inkml:trace contextRef="#ctx0" brushRef="#br0" timeOffset="38623.7557">8714 13811,'0'-17,"17"17,19 0,-1 17,-35 1,17 0,1-1,17 1,-35-1,18-17,0 18,-18 0,17-18,1 0,-18 17,18-17,-18 36,17-19,1 1,-1 0,1-1,-18 18,35 1</inkml:trace>
  <inkml:trace contextRef="#ctx0" brushRef="#br0" timeOffset="40048.6044">9208 13653,'0'-18,"0"0,17 1,-17-1,0 0,18 1,-18-1,17 18,-17-18,18 18,0 0,17 0,-17 0,-1-35,1 35,0 0,17 0,-18 0,19 0,-19 18,-17 17,0 18,0-18,0 1,0-1,0 0,0 0,0-17,-17 17,17-17,-18 0,0-1,-17 1,35-1,-35 1,35 0,-18-18,1 0,17 17,-18-17,0 0,18-17,0-1,0 0,0 1,18-1,0 18,-1 0,1 0,0 0,17 0,-18 0,1 0,0 0,-1 0,19 0,-19 0</inkml:trace>
  <inkml:trace contextRef="#ctx0" brushRef="#br0" timeOffset="41832.2656">11871 13353,'0'-18,"-35"36,17 17,0-17,18-1,0 1,-17 35,17-18,-18-17,18-1,0 19,0-1,0 0,0-17,0 17,0-17,18-1,-1 1,-17 0,36-1,-19 1,1 0,0-1,17 1,0-1,-17-17,-1 0,1 0,0 0,-1 0,1 0,0 0,17-17,-35-1,18-17,-1-18,-17 18,0-18,0 35,0-17,0 17,0-17,0 0,0 17,0 0,0-17,0 17,0 1,0-1,0 1,-17-1,17 0,-36 18,36-17,-17-1,-1 0,0 18,1 0,-1 0,0 0,1 0,-18 0,17 0,0 18,1-18,17 18,-18-18</inkml:trace>
  <inkml:trace contextRef="#ctx0" brushRef="#br0" timeOffset="42695.8931">12065 13670,'18'0,"-1"18,19-1,-19 19,1-36,-1 35,-17-17,36 17,-19-17,-17 17,0-18,18 1,0 0,-18-1</inkml:trace>
  <inkml:trace contextRef="#ctx0" brushRef="#br0" timeOffset="44119.278">12453 13335,'35'0,"-17"0,35 0,-35 0,-1 0,1 0,-1 18,-17-1,18 19,0-36,-18 17,0 1,0 17,0-17,0-1,0 1,-36 0,36-1,-17-17,-1 18,-17 0,35-1,35-17,0 0,18 0,-17 0,-19 0,1 0,0 0,-1 0,1 18,17 17,-35-17,0-1,0 19,-35-19,17-17,-17 0,17 0,18 18,-35-18,17 0,1 0,-1 0,0 0,1 0,-1 0,1 0,-1 0</inkml:trace>
  <inkml:trace contextRef="#ctx0" brushRef="#br0" timeOffset="45816.8874">15416 13229,'-17'0,"-1"0,0 0,-17 0,18 0,-1 18,0-1,1 19,17-19,-18 19,18-19,0 19,0-19,0 18,0 18,0-17,0-1,0-17,18 17,-1 0,1 0,0-17,-1-18,1 0,-1 0,19 0,-19 0,19 0,-19 0,19 0,-1-35,-35 0,0-18,0 35,0-35,0 18,0 17,0 0,0-17,0 18,0-19,0 19,0-19,-18 19,1-1,-1 18,0-18,1 18,-1 0,18 18,0 0,0 17,0 0</inkml:trace>
  <inkml:trace contextRef="#ctx0" brushRef="#br0" timeOffset="46471.5188">15416 13564,'0'18,"18"-18,0 0,35 53,-18-35,0-1,-17 1,17 17,-17-35,-1 35,1-35,-18 18,18 0,-18-1,17-17</inkml:trace>
  <inkml:trace contextRef="#ctx0" brushRef="#br0" timeOffset="47631.7972">15840 13282,'0'35,"0"18,0-35,0 17,0 0,0 1,0-1,0-17,0-1,17 1,-17 0,36-18,-19 0,36 0,0 0,-35 0,17 0,-17 0,-1 0,1 0,-18 17,18-17,17 0,-17 0,-18 18,35-18,-18 0,1 0,0 0,-18 18</inkml:trace>
  <inkml:trace contextRef="#ctx0" brushRef="#br0" timeOffset="48368.8981">16016 13317,'0'18,"0"0,0-1,0 19,0-1,0 0,0-17,0 17,18 0,-18 1,0-19,0 1,0 0,0-1,0 18,0-17,0 0,0-1,17 1,-17 17,18-17,0-18,-18 18,35-18</inkml:trace>
  <inkml:trace contextRef="#ctx0" brushRef="#br0" timeOffset="50015.2359">18486 13141,'0'-18,"-18"18,-17 0,17 0,-35 0,18 0,-18 36,35-19,1 1,-19 17,19 18,-1-18,18-17,0 35,0-35,0 17,0-18,0 19,0-19,0 1,0 17,0-17,18-18,-18 35,35-17,-17-18,-1 18,1-18,0 0,17 0,-18 0,19 0,-19 0,54-18,-71 0,18 1,-18-36,17 17,1-17,-18 18,0 0,0-18,0 35,0-35,0 36,0-18,-18 35,18-18,-17 18,-1 0,0 0,-17-18,17 1,1 17,-1-18,0 18</inkml:trace>
  <inkml:trace contextRef="#ctx0" brushRef="#br0" timeOffset="50736.3554">18380 13494,'17'0,"1"0,0 17,17 19,-17-36,17 53,-18-36,19 19,-19-19,19 1,-19-18,-17 17</inkml:trace>
  <inkml:trace contextRef="#ctx0" brushRef="#br0" timeOffset="52087.8795">18733 13159,'0'35,"0"-17,0 34,0-34,0 35,0-35,0-1,0 1,17-18,1 0,-1 0,1 0,0 0,-1 0,1 0,0 18,-1-1,-17 1,18-18,-18 35,0-17,0 17,0-17,-18-1,1-17,-19 18,1 0,17-18,1 0,-1 0,36 0</inkml:trace>
  <inkml:trace contextRef="#ctx0" brushRef="#br0" timeOffset="52863.7036">18821 13212,'0'-18,"17"18,1 0,17 0,1 0,-19 0,1 0,-1 0,1 0</inkml:trace>
  <inkml:trace contextRef="#ctx0" brushRef="#br0" timeOffset="58880.5217">5962 14676,'0'0,"0"-18,18 18,-18 18,0-1,17 36,-17-18,0 1,0-1,0 0,0 18,0-35,0 35,0-36,0 19,0-19,0 19,18-72,0 1</inkml:trace>
  <inkml:trace contextRef="#ctx0" brushRef="#br0" timeOffset="60463.4072">5980 14676,'17'0,"36"0,-35 0,35 0,0 0,17 0,36 0,-35 0,-1 0,18 35,-35-18,18-17,-54 0,19 0,-1 0,-17 0,-1 0,-17 18,0 0,0-1,0 19,-17-1,17 0,-18-17,18 17,-18 0,18-17,-17 0,17-1,0 1,0 0,0-1,0 1,0 0,-18-1,0-17,1 0,-36 35,35-35,-17 0,-36 0,18 0,-17 0,17 0,-18 0,36 0,-18 0,0 0,36 0,-19 0,19 0,-1 0,1 0,-1 0,-17 0,17 0,0 0</inkml:trace>
  <inkml:trace contextRef="#ctx0" brushRef="#br0" timeOffset="62967.9655">5997 15646,'18'0,"0"0,-18 35,0 0,0 1,0-19,35 18,-35 1,0-19,0 19,0-89,17-18,-17 36,18-53,-18 52,35-34,-35 52,18 18,17 0,1 0,-1 0,0 0,-17 0,17 0,-17 0,17 0,-17 0,17 18,0-18,-17 0,17 0,-17 0,-1 0,1 0,0 18,-18-1,35 1,-35-1,0 19,18-19,-18 19,0-1,0 18,0-18,0-17,0-1,0 1,0 0,-53-18,17 0,1 0,17 0,-35 0,1 0,16 0,1 0,-18 0,35 0,-17 0,18 0,-1 0,0 0,1 0,-19 0,1 0,-18 0,36 0,-19 0,19 0,-1 17</inkml:trace>
  <inkml:trace contextRef="#ctx0" brushRef="#br0" timeOffset="64942.9235">6050 16210,'0'18,"0"17,0 0,0 1,0-1,0 0,0 0,0-17,0 0,18-1,-18 1,17-18,-17-35,0-18,0-18,0 1,0-1,0 18,0 0,18 36,-18-54,18 71,-1 0,1 0,17 18,-17-18,17 35,36-35,-1 18,-17-1,-18-17,18 36,0-36,-17 0,-1 0,-17 0,-1 17,1-17,-18 36,0-19,0 36,0-18,0-17,0 17,0 1,0-1,0-18,0 1,-18-18,-17 0,0 0,17 35,-35-35,0 0,35 0,1 0,-1 0,-35 18,18-18,0 0,17 18,-17-18,17 0,1 0,-1 0,0 0,1 0,-1 17,-17-17,-1 18,19-18,-1 0,-17 0,35 18,0-1</inkml:trace>
  <inkml:trace contextRef="#ctx0" brushRef="#br0" timeOffset="67095.2713">6138 16828,'0'35,"0"-18,0 19,0-1,0 0,0-17,0 17,0 18,0-35,0 35,0-18,18-35,-18 35,18-17,-18-36,0-17,-18 0,18-1,0 19,0-36,0 0,0 18,0-1,0-17,0 36,0-1,18-17,-18 17,17-17,-17 17,18 1,0 17,-18-18,17 18,1 0,-1 0,36 35,-35-35,0 0,17 18,0-18,0 0,18 0,-17 0,-19 0,19 0,-19 0,1 0,0 0,-1 0,1 0,-18 35,35 1,-35-19,0 36,0-18,0 18,0-17,0 16,0-34,0 0,0-1,0 19,0-19,-53-17,0 0,36 0,-19 0,19 0,-19 18,19-18,-19 0,19 0,-1 18,1-18,-1 0,-35 0,0 0,18 0,0 0,17 0,0 0</inkml:trace>
  <inkml:trace contextRef="#ctx0" brushRef="#br0" timeOffset="68839.7829">5503 14817,'-17'0,"-1"17,0 19,1 17,17-36,0 18,-18 1,1-19,17 19,0-19,-18 19,18-19,0 1,0-1,0 1,0 0,0-36,0 0,18-52,-18 52,17-17,-17 0,0 17,0 0,0 1,0-1,18 1,-1-19,-17 19,18-1,-18 0,0 1,18 17,-18-18,0 0,17 18,19 0,-36 18,35 35,-35-18,18 1,17 16,-35-16,0-19,0 19,0-1,0-17,0-1,0 1,0-1,0 1,-18-18,1 0</inkml:trace>
  <inkml:trace contextRef="#ctx0" brushRef="#br0" timeOffset="69535.6916">5450 15117,'0'-18,"0"-17,36 35,-19 0,1 0,0-36,17 36,-17 0,-1 0,-17 18</inkml:trace>
  <inkml:trace contextRef="#ctx0" brushRef="#br0" timeOffset="70343.7227">5697 15169,'-17'18,"-1"0</inkml:trace>
  <inkml:trace contextRef="#ctx0" brushRef="#br0" timeOffset="73247.6211">5521 15558,'0'17,"0"18,0 1,0 17,0-36,0 19,0-19,0 1,18-18,-18-18,0-35,0 18,0 0,0-18,17 35,1 1,-18-1,0 0,0 1,18 17,-1 0,1 0,-1 0,-17 17,0 19,0-19,0 1,0-1,0 1,0 0,0-1,-17 1,-1 0,53-1,1 1,-36 0,17-18,-17 17,0 1,0 17,0-17,-17-18,-1 0,0 0,1 0,-1 0,1 0,-1 0,0 0,1 0,-1 0,36 0,17 0,-17 0,-1 0,1 0,-1 0,1 0,0 0,-1 0,1 0,17 0,-17 0,17-18,-17 18,-1-18,1 18,0 0,-1 0,-17-17,0 34,-35 1,17 0,1-18</inkml:trace>
  <inkml:trace contextRef="#ctx0" brushRef="#br0" timeOffset="74679.5361">5662 16210,'0'-17,"0"-1,-18 18,1 0,-1 18,1-18,17 17,-18 1,18-1,0 1,-18 0,18-1,0 1,0 0,0-1,0 1,0 0,0-1,0 1,18 17,0-35,-1 18,1-18,-1 0,19 0,-19 0,1 0</inkml:trace>
  <inkml:trace contextRef="#ctx0" brushRef="#br0" timeOffset="75423.2939">5838 16422,'18'0,"-18"17,0 1,0 0,0-1,18-17,-18-17,0-1,0 36,0-1,0 1,-18-18</inkml:trace>
  <inkml:trace contextRef="#ctx0" brushRef="#br0" timeOffset="77038.8039">5592 16757,'0'18,"0"17,0 18,0-18,0 18,0 0,0-35,0 17,0-18,0 1,0-36,17 1,-17-36,18 18,-18-18,0 17,0-34,17 35,-17-1,0-17,0 0,0 36,18-1,-18 1,35 17,-17 0,-18 35,18-18,17 36,-35-35,18 17,17-17,-35 0,35 17,-17-17,-1-1,-17 1,18-18,0 17,-18 1,0 0,0-1,0 1,0 0,0-1,0 1,-18 0,0-1,1-17,-1 0,0 0,18 18,-17-18,-1 17,1-17,-19 18,1-18,17 18,1-1,-1-17,0 18</inkml:trace>
  <inkml:trace contextRef="#ctx0" brushRef="#br0" timeOffset="78055.8853">5874 17304,'0'0,"0"-18,0 0,0 1,17-18,-17 17,-17 18,17 18</inkml:trace>
  <inkml:trace contextRef="#ctx0" brushRef="#br0" timeOffset="81263.6529">8996 14746,'0'35,"0"1,0 17,-18 0,18-36,0 18,0-17,-17 17,17 1,0-1,-18 0,18-17,0-1,0-34,0-36,0-18,18 1,-18 17,35-53,-35 71,17-1,1-16,-18 34,0 0,0 1,0-1,35 18,-17 18,17 17,1 0,-1 36,0 17,-17-70,17 52,-35-52,18 52,-18-34,0-1,0 0,0 0,0-17,0 0,0-1,0 1,-18-18,-17 0,17 0,1 0,-19 0,19 0</inkml:trace>
  <inkml:trace contextRef="#ctx0" brushRef="#br0" timeOffset="81847.7836">8961 14958,'17'0,"1"0,-1 0,19 17,-19-17,36 0,-17 0,-19 0,36 18,-35 0,-18-1,0 19,0-19</inkml:trace>
  <inkml:trace contextRef="#ctx0" brushRef="#br0" timeOffset="82512.344">9437 15169,'0'18,"0"0,-18-18</inkml:trace>
  <inkml:trace contextRef="#ctx0" brushRef="#br0" timeOffset="84391.6563">9013 15593,'0'-18,"18"36,-18 17,0-17,0 17,0 0,0 1,0-19,0 1,18-1,-18 1,0 0,0-71,0-18,0 36,0-18,0 18,0 17,0 1,17-1,-17 0,18 1,0 17,17 0,-17 0,17 0,-17 0,17 0,-18 0,-17 17,0 19,0-1,0 0,-35-17,18 17,-1-17,0-1,-17-17,35 18,35-18,-17 0,17 18,-17-1,-1-17,1 18,0-1,-1 1,-17 0,0-1,0 1,0 17,-17-35,-19 0,19 0,-18 0,17 0,0 0</inkml:trace>
  <inkml:trace contextRef="#ctx0" brushRef="#br0" timeOffset="85079.154">9560 15857,'0'18,"0"0,-17-1,-1 1,18-36,0 1,0-1,0 0</inkml:trace>
  <inkml:trace contextRef="#ctx0" brushRef="#br0" timeOffset="86599.3173">9278 16263,'0'-18,"-18"18,1 0,-1 0,1 0,-1 0,0 18,-17 0,17-1,18 1,0 0,0-1,0 1,0 0,0-1,0 1,0 17,0-17,0-1,0 1,0 0,0-1,18 1,0 0,-1-18,19 0,-19 0,18 0,-17 0,17 0,-17 0</inkml:trace>
  <inkml:trace contextRef="#ctx0" brushRef="#br0" timeOffset="87552.2462">9543 16545,'0'-17,"0"-19,0 19,-18 17,18 17,-18 1,18 0,0-1,0 1,0 0,-17-18</inkml:trace>
  <inkml:trace contextRef="#ctx0" brushRef="#br0" timeOffset="89295.6884">9278 16757,'-18'35,"1"-17,17 17,0-17,-18-1,18 1,0 17,0-17,0 0,0-1,0 1,0 17,0-17,0-36,0-35,0 18,0-18,0 35,0-17,0 18,18 17,-1 17,19 18,17-17,-36 0,1-1,0 1,-1-18,-17 18,18-18,-1 17,-17 1,18 0,-18-1,0 1,0 17,-18-35,1 0,-18 18,17-18,-17 0,17 0,0 17,1-17</inkml:trace>
  <inkml:trace contextRef="#ctx0" brushRef="#br0" timeOffset="89496.238">9190 17127,'0'18,"-18"-18,1 18</inkml:trace>
  <inkml:trace contextRef="#ctx0" brushRef="#br0" timeOffset="90607.1869">9701 17145,'0'-18,"18"18,17-17,-35-1,18 0,-18 1,0-1</inkml:trace>
  <inkml:trace contextRef="#ctx0" brushRef="#br0" timeOffset="92879.6652">12241 14499,'-17'0,"-1"0,18 18,-18 17,1 0,17 18,-18-17,1-1,17 18,-18-18,0 0,18-17,0 17,-17-17,-1 17,18-17,-18-18,18 17,18-34,0-18,-1-1,-17 19,18-1,-18-35,0 35,18-17,-18 17,17 18,1-17,-18-1,17 1,1-1,-18 0,0 1,18-1,-1 36,1 17,0 18,-18 0,0 0,17-18,-17-17,0 17,0-17</inkml:trace>
  <inkml:trace contextRef="#ctx0" brushRef="#br0" timeOffset="93655.0755">12118 14834,'35'0,"-17"0,17 0,-17 0,17 0,-17 0,17 0,-17 0,-1 0,1 0,0 0</inkml:trace>
  <inkml:trace contextRef="#ctx0" brushRef="#br0" timeOffset="94399.9825">12506 14958,'0'17,"0"1,-18 0,1-18,34-18,-17 0,-17 18,-1 0,0 18</inkml:trace>
  <inkml:trace contextRef="#ctx0" brushRef="#br0" timeOffset="96351.8247">12294 15346,'0'17,"0"1,0 17,-17 1,17-1,0 0,0-17,0 35,0-36,0 1,0-53,0-18,0 35,0-17,0 17,0 1,0-1,0 0,0 1,17-1,-17 0,18 18,-18-17,18 17,-1 0,1 17,-18 19,18-1,-18-17,0-1,0 1,0 0,0-1,-18 1,0-18,1 0,-1 35,0-35,1 18,-1-1,0-17,36 0,17 0,1 0,-19 0,19 0,-19 0,18 0,-35 18,18-18,-18 18,0-1,0 1,-18-18,1 0,-1 0,-35 0,36 18,-1-18,0 0,1 0,-1-18</inkml:trace>
  <inkml:trace contextRef="#ctx0" brushRef="#br0" timeOffset="97144.516">12629 15593,'0'0,"0"17,-17 1,17 0,0-36,0-17,0 17,0 53,-18-17,18 0,0-1</inkml:trace>
  <inkml:trace contextRef="#ctx0" brushRef="#br0" timeOffset="98303.5547">12435 16087,'0'-18,"-35"36,0-1,0 1,17 0,0-18,1 17,-1-17,18 18,-18 0,18-1,-17 1,17-1,0 1,0 0,0-1,17-17,1 0,-18 18,18 0,-18-1,17-17,1 18,0-18,-1 0,1 0,17 0,-17 18,-1-18,19 17,-19-17,19 0</inkml:trace>
  <inkml:trace contextRef="#ctx0" brushRef="#br0" timeOffset="98944.1316">12682 16334,'18'0,"-36"17,1 1,-1 0,18-36,0 36</inkml:trace>
  <inkml:trace contextRef="#ctx0" brushRef="#br0" timeOffset="100575.5473">12418 16651,'0'35,"0"-17,0 17,0-17,0 17,0 1,0-19,-18 18,18-17,0 0,0-1,0 1,0 0,0-54,0-17,0 18,0-35,0 34,0 1,18-18,-18 18,0 17,35 18,-17 0,-1 18,1-1,0 1,-1 0,1 35,0-53,-1 35,1-35,-1 18,-17-1,18 1,-18 0,0-1,0 1,0-1,0 1,0 0,-18-1,1-17,-18 0,-1 18,19-18,-19 18,1-18,35 17</inkml:trace>
  <inkml:trace contextRef="#ctx0" brushRef="#br0" timeOffset="101343.7942">12859 16933,'17'0,"-17"18,0-36,18-52</inkml:trace>
  <inkml:trace contextRef="#ctx0" brushRef="#br0" timeOffset="102824.2875">15928 14288,'0'35,"0"0,-18 36,18-36,-17 0,17 18,-18 0,18 0,-18-18,18 0,0-17,0 17,0-17,-17 0,17-36,17-35,-17 0</inkml:trace>
  <inkml:trace contextRef="#ctx0" brushRef="#br0" timeOffset="103487.1219">15963 14323,'0'0,"35"17,-17 36,17-17,-35 17,36-1,-1 1,-35-35,0 35,0 0,0-36,35 19,-35-19,0 1,0 0,0-1,18 1</inkml:trace>
  <inkml:trace contextRef="#ctx0" brushRef="#br0" timeOffset="104168.1737">15875 14728,'53'-17,"-35"17,17 0,-18 0,1 0,17-18,-17 18,0 0,-1 0,1 0</inkml:trace>
  <inkml:trace contextRef="#ctx0" brushRef="#br0" timeOffset="105008.2136">16298 14834,'18'18,"0"-18,-1-18,-34 18,-19 18,36 0</inkml:trace>
  <inkml:trace contextRef="#ctx0" brushRef="#br0" timeOffset="106831.4277">15998 15081,'0'18,"0"0,0 17,0-18,0 19,0-19,0 36,0 0,0-18,0 1,0-19,0 19,0-19,0 1,0 0,0-54,0 19,0-36,0 17,18 19,-18-18,35 17,-35 0,18 18,0-35,-18 17,0-17,0 17,17 1,19 17,-19 0,19 0,-36 17,0 1,0 17,0-17,0 0,0-1,0 1,0 0,0 17,-36-35,19 0,-1 0,0 0,54 0,-19 0,19 0,-19 0,1 0,17 17,-35 1,18 0,-18 17,0-17,0-1,-18 1,0 0,1-18,-1 0,1 17,-1-17,0 0,1 0,-1 0,0 0,1 0,-1 0,0 0,1 0,-1 0,0 0,54 0,-1 0</inkml:trace>
  <inkml:trace contextRef="#ctx0" brushRef="#br0" timeOffset="107719.5683">16545 15610,'-17'18,"-1"-18,0 0,-17 0,35-18,0-17,0 18,18 17</inkml:trace>
  <inkml:trace contextRef="#ctx0" brushRef="#br0" timeOffset="108918.9317">16122 15840,'0'0,"0"-18,-18 18,1 0,-1 0,0 0,1 18,-36 17,35 0,1-17,-19 17,19 18,-1-53,18 18,0-1,0 19,0-19,0 1,0 17,18-17,17 35,-17-36,17 19,-18-36,1 0,0 0,-1 0,1 0,0 0,17 0,-17 0,-1 0,1 0,0 0,-1 0</inkml:trace>
  <inkml:trace contextRef="#ctx0" brushRef="#br0" timeOffset="109640.2081">16316 16228,'18'0,"-1"0,1 0,0 0,-1-18,-34 36</inkml:trace>
  <inkml:trace contextRef="#ctx0" brushRef="#br0" timeOffset="110838.9294">16069 16492,'18'0,"-18"18,0 0,0 17,0-17,0-1,0 1,0 35,0-36,0 36,0 0,0-35,17 17,1 36,-18-54,18-17,-1 0,-17-17,18-1,0-17,-18 0,17-1,-17-17,18 0,-18 0,0 36,0-18,0 17,-18 18</inkml:trace>
  <inkml:trace contextRef="#ctx0" brushRef="#br0" timeOffset="111680.084">16210 16563,'-17'0,"17"18,0 17,0-18,0 1,0 0,0-1,0 1,0 0,0-1,0 1,0 0,0-1,0 1,0 0,0-1,0-34,0-1,0 0,0 1</inkml:trace>
  <inkml:trace contextRef="#ctx0" brushRef="#br0" timeOffset="112583.3265">16193 16581,'0'-18,"17"18,18 0,-17 18,35 17,-53-18,35 1,-17-18,-18 18,18-1,-1-17,1 0,-18 18,17 0,1 17,-18-17,0 17,0-17,0-1,-35-17,35 18,-18-1,-17-17,17 18,1-18,-1 18,0-18,1 0,-1 17,0-17,1 0,-1 0,1 0,-1 0,0 0,1 0,-1 0</inkml:trace>
  <inkml:trace contextRef="#ctx0" brushRef="#br0" timeOffset="113455.5711">16651 16933,'18'0,"-36"18,18-36,0 1,0-1,0 0,0 1</inkml:trace>
  <inkml:trace contextRef="#ctx0" brushRef="#br0" timeOffset="114735.4899">16210 16616,'0'35,"0"0,-35 1,35-1,0-17,-18-1,18 1,0 0,0-1,0 1,0-1,-17-17,-1 18,18 0,-18-1,18 1,-17 0,17-1,-18 1,0 0,1-1</inkml:trace>
  <inkml:trace contextRef="#ctx0" brushRef="#br0" timeOffset="116639.3913">18521 14058,'-18'0,"1"18,-19-1,19 19,-36 34,35-52,-35 35,36-35,-1 17,0 18,1-18,-1 18,0 17,18-34,-17 52,17-70,-18 17,18-18,0 1,0 0,-18-1,36-17,0 0,35-35,-18 17,0-17,18 18</inkml:trace>
  <inkml:trace contextRef="#ctx0" brushRef="#br0" timeOffset="117615.9756">18503 14058,'0'35,"0"1,18-1,17 18,-17-35,35 35,-53-18,17 18,1-36,0 36,-1 0,-17-35,18 17,-18-17,0-1,0 1,0 0,0-1</inkml:trace>
  <inkml:trace contextRef="#ctx0" brushRef="#br0" timeOffset="118375.005">18239 14446,'35'0,"18"0,0 0,-18 0,0 0,1-17,-19 17,18 0,-17 0,17 0,-17 0,17 0,-17 0,17 0,-17 0</inkml:trace>
  <inkml:trace contextRef="#ctx0" brushRef="#br0" timeOffset="119095.7845">18927 14640,'-36'0,"36"18,-17-18,17-18,0 36,0 0,0-1</inkml:trace>
  <inkml:trace contextRef="#ctx0" brushRef="#br0" timeOffset="120855.0781">18344 15117,'0'35,"0"0,0 0,0-17,0 35,0-18,0 0,0 1,0-19,0 1,18-18,-18-18,0-35,0-17,0-18,-18 0,18 17,0 0,0 54,0-18,0-1,0 19,0-1,0 0,18 18,17 0,-17 0,0 18,-1-18,1 18,0-18,-18 17,0 1,17 0,1 17,-18-18,0 19,0-1,0 0,0-17,0 17,0-17,0 35,-18-53,-17 17,17-17,1 0,34 0,1 0,17 0,0 0,-17 0,0 0,-1 0,1 0,17 18,-17 0,0-1,17-17,-35 18,18 0,-1-1,-17 18,0-17,-17-18,-1 0,0 0,1 0,-1 0,-17 0,-1 0,19 0,-19 0,1 0,18 0</inkml:trace>
  <inkml:trace contextRef="#ctx0" brushRef="#br0" timeOffset="121592.2235">18891 15399,'0'17,"0"1,18-18,-18-18,-18 18,18 18,-35 0</inkml:trace>
  <inkml:trace contextRef="#ctx0" brushRef="#br0" timeOffset="122815.2644">18680 15769,'0'0,"-18"-17,0 17,1 0,-1 0,0 0,1 0,-1 0,0 17,1 1,-1-18,18 17,0 1,-17-18,17 18,0-1,-18-17,18 18,0 0,0-1,18-17,-1 18,1 0,-1-1,19 36,-19-53,1 18,-18-1,18-17,-18 18,35 0,-17-18,-1 0,19 0,-19 0</inkml:trace>
  <inkml:trace contextRef="#ctx0" brushRef="#br0" timeOffset="123558.8897">18962 15981,'0'17,"0"1,-18 0</inkml:trace>
  <inkml:trace contextRef="#ctx0" brushRef="#br0" timeOffset="125271.1119">18680 16439,'0'18,"0"0,0 35,0-18,0-17,0-1,0 1,0-1,0 1,0 0,0-1,-18-17,18 18,0 0,-18-1,18 1,0 0,0-36,0-17,0-1,0 1,0 17,18 18,-18-17,0-1,0 1,18-1,-18 0,17 18,1 0,0 0,-1 0,18 18,-17 0,0-1,17 18,-17-17,-1-18,-17 18,18-18,-18 17,18-17,-18 36,0-19,0 19,-18-36,0 0,1 0,-1 0,0 0,1 0,-1 0,0 0,1 0,-1 17,-17-17,0 18,17 0,18-1</inkml:trace>
  <inkml:trace contextRef="#ctx0" brushRef="#br0" timeOffset="126207.9179">18979 16828,'18'0,"-18"-18,0 0,18-17,-1 35</inkml:trace>
  <inkml:trace contextRef="#ctx0" brushRef="#br0" timeOffset="133191.3388">6174 17674,'0'18,"0"35,-18-18,-17 0,17 1,-17 34,0-17,-1-18,1 18,17-53,1 18,-1 17,18-52,35 17,-17 0,35 0,-18 0,-17 0,17 0,18 0,-18 0,-17 0,17 0,-17 0,17 0,-17-18,17 18,-17 0,17 0,0 0,0 0,-17 0,0 0,17 0</inkml:trace>
  <inkml:trace contextRef="#ctx0" brushRef="#br0" timeOffset="133911.4226">6315 17815,'0'18,"0"0,-18 17,18 0,0 18,-18 18,18-18,-17-1,17-16,-18 17,18 0,-17 17,17-35,-18 18,18-17,-18-19,18 1,0-1</inkml:trace>
  <inkml:trace contextRef="#ctx0" brushRef="#br0" timeOffset="134984.7747">7426 18203,'0'0,"-18"0,-17 36,35-19,18-17,-18-17,17 17,1-18,-18 0,0 1,0-1,0 0,0 36,0 0,0-1</inkml:trace>
  <inkml:trace contextRef="#ctx0" brushRef="#br0" timeOffset="136502.7565">9278 17780,'-18'35,"18"1,-35-19,18 36,-1-35,0 35,1-53,17 17,-18 1,0 0,1-18,-1 0,0 17,1 1,-1 0,0-18,1 17,17 1,53-18,0 0,0 0,17 0,1 0,-18 0,0 17,-18-17,35 18,1 0,-1 17,-34-35,34 18,-34-18,-1 0,-17 0,17 0,-18 0</inkml:trace>
  <inkml:trace contextRef="#ctx0" brushRef="#br0" timeOffset="137663.7049">9507 17851,'18'0,"0"17,-18 1,0 17,17-17,-17 35,0-18,0 0,0 18,0 0,0 0,0 18,0-36,0 0,0 0,0 1,-17-19</inkml:trace>
  <inkml:trace contextRef="#ctx0" brushRef="#br0" timeOffset="138623.7048">10971 18080,'0'18,"0"-1,0 1,0-1,0 1,0-36,0 1,0-1,-17-35,17 36,-18 17</inkml:trace>
  <inkml:trace contextRef="#ctx0" brushRef="#br0" timeOffset="139895.3663">12735 17604,'0'17,"0"36,-35 0,17-35,1 17,-1 18,-17 0,35-36,-18 19,18-1,-17 0,52-35,-18 0,36 0,36 0,-54 18,35 0,-17-18,18 17,-36-17,18 0,-18 0,1 0,-19 0,1 0,0 0</inkml:trace>
  <inkml:trace contextRef="#ctx0" brushRef="#br0" timeOffset="140822.4278">13000 17815,'0'18,"0"35,0 0,0 0,0 0,0 0,0-1,0-16,-18 17,18-18,-35 0,35-17,0-1</inkml:trace>
  <inkml:trace contextRef="#ctx0" brushRef="#br0" timeOffset="141679.3848">14852 17921,'-18'0,"18"18,0-1,0 19,0-54,0 0,-17 1</inkml:trace>
  <inkml:trace contextRef="#ctx0" brushRef="#br0" timeOffset="143007.7415">16281 17551,'0'0,"-18"35,0 18,-17-35,35 17,-17-18,-19 36,36-35,-17 17,-1 18,0-35,1-1,17 1,-18 0,18-1,0 1,18-18,17-18,0 1,-17 17,35-18,-36 18,19 0,-19 0,1 0,0 0,-1 0,1 0,0 0,-1 0,18 0,18 0,-35 0,53 18,-19-1,-34-17,17 0,-17 0,0 0</inkml:trace>
  <inkml:trace contextRef="#ctx0" brushRef="#br0" timeOffset="143775.0918">16404 17815,'18'-17,"-1"17,-17 17,18 19,17 16,-35-34,0 17,0 18,0-35,0 17,0 1,0-1,0-18,0 19,0-19,0 19,0-19,0 1</inkml:trace>
  <inkml:trace contextRef="#ctx0" brushRef="#br0" timeOffset="144743.3012">17515 17921,'18'0,"0"0,-1 0,-34 0,-1 0,18-18</inkml:trace>
  <inkml:trace contextRef="#ctx0" brushRef="#br0" timeOffset="145990.9011">18785 17463,'0'52,"0"1,-17 0,-1-17,1-1,17 0,-36 0,36-17,0 0,0-1,-17 1,34-18,19 0,-1 0,0 0,18 0,-18 0,1 0,16 0,1 0,0 0,0 0,0 0,-35 0,17 0,-17 0</inkml:trace>
  <inkml:trace contextRef="#ctx0" brushRef="#br0" timeOffset="146703.956">19050 17586,'0'18,"0"17,0 0,0 36,0-1,0-17,0 0,0-18,0 18,0-35,0 17,0-17,0 0,0-1,0 1,18-36,-1 1</inkml:trace>
  <inkml:trace contextRef="#ctx0" brushRef="#br0" timeOffset="147734.8085">19932 17621,'18'0,"-1"0,19 0,-1 0,0 0,-17 0,-1 0,19 0,-19-17,1-1,0 18,-1 0,1 0,17-35,0 35</inkml:trace>
  <inkml:trace contextRef="#ctx0" brushRef="#br0" timeOffset="148774.9623">19985 17780,'18'0,"17"0,-18 0,19 0,-19 0,36 0,-35-18,0 18,17-17,-18-1,1 18,0-18</inkml:trace>
  <inkml:trace contextRef="#ctx0" brushRef="#br0" timeOffset="162159.3711">21078 17339,'0'18,"0"-1,0 19,0-1,0 18,0-36,0 36,0 0,0 0,0-35,0 35,0-36,0 36,0-17,0-19,0 1,0-1,0 1</inkml:trace>
  <inkml:trace contextRef="#ctx0" brushRef="#br0" timeOffset="163383.2275">21396 17480,'-18'0,"1"0,-1 35,-17 1,17-1,18-17,-17-1,17 1,0 0,0 17,0-18,0 19,0-19,0 19,0-1,0-17,0-1,17 1,1-1,-18 1,17-18,1 0,0 18,17-18,-17 0,17 0,-17 0,17 0,-18 0,1-18,-18-17,0 0,0-1,0 19,0-19,0 1,0 0,0 17,0 1,0-1,0 0,0 1,-18-1,1 0,17 1,-35-1,17 0,18 1,-18 17</inkml:trace>
  <inkml:trace contextRef="#ctx0" brushRef="#br0" timeOffset="164839.8406">21837 17621,'18'-17,"-18"-1,17 18,1-18,-18-17,18 17,-1 18,1 0,17 0,-17 0,17 0,-17 0,17 0,0 0,0 18,-35 0,0 17,18 0,-18-17,0 17,-18 0,1 1,-18-1,17-17,0-1,-17 19,0-19,17 1,0-1,1-17,-1 18,-17 0,35-54,0 19,0-36,0 35,18 18,-1 0,1 0,-1 0,36 0,-35 0,17 0,-17 0,35 0,-36 0,36 18,-35 0,0-18,-18 17,17-17,1 0,-18-35,35 17</inkml:trace>
  <inkml:trace contextRef="#ctx0" brushRef="#br0" timeOffset="166151.3459">22454 17445,'0'18,"0"17,-35-18,17 36,18-35,0 0,18-18,0 0,-1 0,1 0,0 0,17 0,0 0,-17 0,-1 0,1 0,0 0,-1 0,1 0,0 0,-1 0,1 0</inkml:trace>
  <inkml:trace contextRef="#ctx0" brushRef="#br0" timeOffset="166926.9807">22684 17410,'-36'17,"36"1,0 0,0 34,0-34,0 17,0-17,0 17,0-17,0 0,0-1,0 1,0-1,0 1,0 0,0-1,0 1,0 0</inkml:trace>
  <inkml:trace contextRef="#ctx0" brushRef="#br0" timeOffset="169383.2547">21872 15787,'-17'0,"-1"53,18-36,-18 19,1-19,17 1,-18 0,36 17,70-35,0 17,0-17,-17 18,35 0,-53-18,-1 17,-16-17</inkml:trace>
  <inkml:trace contextRef="#ctx0" brushRef="#br0" timeOffset="170039.0036">22190 15840,'0'17,"0"1,-18 53,18-36,-18 18,18-18,0 18,0-18,-17 1,17 16,0-34,0 0,0 17,0-17,0-1</inkml:trace>
  <inkml:trace contextRef="#ctx0" brushRef="#br0" timeOffset="171230.4347">22454 15293,'-17'-18,"-19"18,36 18,-17 35,17-36,-36 19,36-19,0 19,-17-1,17-17,0-1,17-17,19 0,-19 0,19 0,-19 0,1 0,0 0,-1 0,1 0,17 0,-17 0,-1 18,-17 0,18-1,-18 1,0-1,0 1,-35-18,17 0,-35 0,18 18,-18-18,0 17,35-17,1 0,-1 0,1 18</inkml:trace>
  <inkml:trace contextRef="#ctx0" brushRef="#br0" timeOffset="171895.1974">22384 15311,'17'-18,"1"18,0 0,17 0,-17 0,35 0,-1 0,-34 0,17 0,-17 0,17 0,-17 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56:20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19950 8008,'-18'0,"36"0,35 0,-36 0,71-18,-35 18,0 0,-35 0,17 0,-17 0,-1 0,1 0,0 0,17 0,0 0,0 0,1 0,-1 0,36 0,-18 0,-1 0,19 0,0 0,-1 0,36 0,-36 0,1 0,-18 0,0 0,-18 0,0 0,-17 0,17 0,-17 0,0 0,-1 0,36 0,-18 0,36 0,-18 0,-18 0,0 0,1 0,-19 0,19 0,-19 0,19 0,-19 0,19 0,-19 0</inkml:trace>
  <inkml:trace contextRef="#ctx0" brushRef="#br0" timeOffset="2024.9757">22931 8132,'17'0,"18"0,-17 0,35 0,18 0,-1 0,36 0,35 0,-53 0,18 0,0 0,0 0,-36 0,-17 0,18 0,-54 0,1 0,-18 17</inkml:trace>
  <inkml:trace contextRef="#ctx0" brushRef="#br0" timeOffset="3656.6746">2840 9243,'0'17,"18"-17,-1 0,1 0,-1 0,19 0,34 0,1 0,-1 0,36 0,18 0,-36 0,35 0,36 0,-18 0,18 0,17 0,1 0,-36 0,-35 18,-36-18,-17 0,-35 0</inkml:trace>
  <inkml:trace contextRef="#ctx0" brushRef="#br0" timeOffset="18136.3997">6914 9084,'53'18,"0"-1,0-17,35 0,-35 18,36 0,69-1,-87-17,-1 0,1 18,-18-18,0 0,-18 0,0 0,-17 0,17 0,-17 0,0 0,-1 0,18 0,1 0,17 18,-18-18,0 0,0 0,1 0,-19 0,36 0,-35 0,0 0,-1 0,1 0,-1 0,1 0,17 0,-17 0,0 0,35 0,-18 0,0 0,18 0,-18 0,18 0,0 0,0 0,18 0,-1 0,-17 0,18 0,-36 0,18 0,0 0,-36 0,1 0,17 0,1 0,-1 0,0 0,-17 0,-1 0,1 0,53 17,-54-17,19 0,16 0,-16 18,17-18,0 0,17 0,1 0,-1 0,18 17,-17-17,35 36,-36-19,1-17,0 18,34-18,-52 0,18 0,17 35,-53-35,1 18,16-18,1 0,0 0,-17 0,34 0,1 0,-1 0,-17 0,18 0,-18 0,0 0,-18 0,18 0,0 0,-18 0,18 0,-18 0,0 0,18 0,0 0,-35 0,17 0,0 0,1 0,17 0,-36 0,36 0,18 0,-54 0,54 0,-18 0,35 0,-53 0,36 0,35 0,-53 0,17 0,-17 0,-35 0,35 0,-36 0,36-18,0 18,-18 0,1 0,-1 0,0 0,18 0,-18 0,1 0,-1 0,36 0,-19 0,-16 0,17 0,0 0,-36 0,19 0,-19 0,18 0,-17 0,17 0,1 0,-19 0,1 0,0-17,-1 17,1-18,-1 18,-17-18,18 18,0 0,-1 0,1 0,0 0,-1-17,1 17</inkml:trace>
  <inkml:trace contextRef="#ctx0" brushRef="#br0" timeOffset="36408.3456">3052 15540,'0'-18,"0"1,0-1,-53-17,35 35,0-18,1 18,-19 0,19 0,-1 0,-17 0,0-18,-1 18,1 0,17 0,1 0,-1 0,18 18,0 0,0-1,0 1,0 0,0 17,18-17,-1-1,1-17,0 35,17-35,-35 18,18 0,-1-1,1-17,0 18,-1 0,1-1,-18 1,17-18,-17 35,18 18,0-53,-18 35,0-17,0 17,0-17,0 17,-18-35,0 18,1-18,-18 0,17 0,0 0,1 0,-1 0,0 0,1 0,-1-18,0 18,18-17,-17-1,-1 0,0 1,1-1,-1 0</inkml:trace>
  <inkml:trace contextRef="#ctx0" brushRef="#br0" timeOffset="37536.1391">3210 15540,'0'18,"36"34,-36-16,0-1,0 0,0 1,0-19,0 1,0 17,0 0,0-17,0 0,17-1,-17 1,0 0,0-1,0 1,0-1,18-17,-1 18</inkml:trace>
  <inkml:trace contextRef="#ctx0" brushRef="#br0" timeOffset="39297.1316">5433 15593,'0'-35,"-18"35,-17 0,17 0,1 0,-1 0,0 0,-17 0,17 0,1 0,-1 0,0 0,18 17,0 1,0 17,0-17,0-1,0 19,0-19,0 1,0 17,18-35,-18 18,18-18,-1 17,1-17,-18 18,18-18,17 18,-35-1,18-17,-18 18,17 0,1-18,-18 17,0 1,0 0,0-1,-18 1,1-18,-1 0,0 0,1 0,-19 0,1 0,17 0,-17 0,18 0,-1-18,18 1</inkml:trace>
  <inkml:trace contextRef="#ctx0" brushRef="#br0" timeOffset="40736.3129">5627 15752,'0'-18,"17"0,1 1,0-1,-1 0,19 18,-19 0,19 0,-19 0,1 0,-1 0,1 0,0 0,-1 0,-17 18,18 0,-18-1,0 19,0-19,0 1,0 17,0-17,0-1,-18-17,18 18,-35 0,17 17,1-35,-18 35,17-17,-17-1,17 1,0-18,1 18,17-36,0 0,0 1,17-1,-17 1,18 17,0 0,-1 0,1 0,0 0,-1 0,1 0,17 0,-17 0,-1 0,1 0,0 0,-1 0,-17 17,18-17,0 0,-1 0</inkml:trace>
  <inkml:trace contextRef="#ctx0" brushRef="#br0" timeOffset="42296.6863">7479 15646,'0'-18,"0"0,0 1,-18 17,1 0,-1 0,-35 0,35 0,1 0,17 35,-18-17,18-1,0 1,0 0,0-1,0 1,0 17,18 0,-1-17,1 17,0-17,-1-18,-17 18,18-18,0 17,-1 1,1-18,0 18,-1-1,-17 1,0-1,0 1,-17 0,-1-18,-17 0,17 0,-17 0,17 0,0 0,1 0,-1 0</inkml:trace>
  <inkml:trace contextRef="#ctx0" brushRef="#br0" timeOffset="44184.3081">7796 15787,'0'-18,"0"1,18-1,-18 0,0 1,18-1,-18 0,17 18,1-17,0 17,-1 0,19 0,-19 0,-17 17,0 1,0 0,0-1,-17 19,-1-36,18 35,-18-18,18 19,-17-19,34-17,19 0,-19 0,18 0,-17 0,0 0,-1 0,19 18,-36 0,17-1,1-17,-18 36,0-19,18 18,-36 1,0-36,-17 0,17 0,1 0,-19 0,19 0,-18 0,-1 0,19 0,-19 0,19 0,-1 0</inkml:trace>
  <inkml:trace contextRef="#ctx0" brushRef="#br0" timeOffset="45624.0255">9666 15628,'0'-18,"-18"1,18-1,-17 1,-1-1,1 0,-1 18,0 0,1 0,-1 0,0 18,-17 0,17 34,1-52,17 18,0 17,0-17,0 0,0-1,0 1,17 0,1 17,0-18,-1 1,-17 0,36-1,-19 1,1 0,-18-1,18-17,-18 18,17-18,-17 18,0-1,0 1,0-1,-35-17,0 0,-18 0,35 0,-35 0,0 0,36 0,-19 0,19 0,87 0</inkml:trace>
  <inkml:trace contextRef="#ctx0" brushRef="#br0" timeOffset="46783.9188">9948 15628,'-17'0,"17"18,0-1,0 1,0 0,-18 17,18-17,0-1,0 1,0-1,0 1,35-18,18 0,-17 0,-1 0,0 0,-17 0,17 0,-17 0,-1 0,1 0,0 0,-1 0,18 0</inkml:trace>
  <inkml:trace contextRef="#ctx0" brushRef="#br0" timeOffset="47545.0586">10072 15663,'0'18,"0"17,0 1,0-1,17 0,-17-17,0 17,18 18,-18-35,0-1,0 1,18 35,-1-53</inkml:trace>
  <inkml:trace contextRef="#ctx0" brushRef="#br0" timeOffset="49048.8543">11465 15593,'0'-18,"0"1,-17 17,-1 0,0 0,1 0,-1 0,0 0,1 0,-1 0,1 0,17 17,0 1,0-1,0 19,0-19,0 19,0-19,0 19,0-19,17 1,18-1,-35 1,18-18,17 18,-35-1,36 1,-19 35,1-35,-18-1,0 1,0-1,0 1,0 0,-18-18,1 0,-1 0,0 0,1 0,-1 0,0 0,1 0,-36 0,35-18,1 18,-1-18,0 1,1 17,34 0</inkml:trace>
  <inkml:trace contextRef="#ctx0" brushRef="#br0" timeOffset="50416.3721">11748 15646,'0'17,"0"19,0-19,0 19,0-19,0 18,17-17,-17 0,0-1,18 1,-1-18,1 0,0 0,-1 0,1 0,0 0,17 0,-17 0,-1 0,1 0,-1 0,1 0,0 0,-1 18,1-18,-18 17,18 1,-18 17,0-17,-36-18,19 0,-1 0,-17 17,0-17,-18 0,35 18,0-18,-17 18,17-18,1 0,-1 0,1 0,-1 0</inkml:trace>
  <inkml:trace contextRef="#ctx0" brushRef="#br0" timeOffset="51080.4515">11730 15699,'0'-18,"35"0,-17 18,17 0,18-17,0 17,-35 0,17 0,0-18,-17 18,-1 0,1 0,0 0</inkml:trace>
  <inkml:trace contextRef="#ctx0" brushRef="#br0" timeOffset="53265.0093">13635 15487,'-18'0,"1"0,-19 0,19 0,17 18,-18-18,0 0,1 17,17 1,0 17,0-17,0-1,0 1,0 0,0 17,0-17,0-1,17 1,-17 0,18-18,0 17,-18 1,17-1,-17 1,0 0,0-1,0 1,-17-18,-1 0,0 0,1 0,-1 0,0 0,1 0</inkml:trace>
  <inkml:trace contextRef="#ctx0" brushRef="#br0" timeOffset="54754.9908">13829 15487,'0'18,"0"-1,0 1,0 17,0-17,0-1,-18-17,18 18,-17 0,17-1,0 1,0 0,0-1,0 1,0 17,0-17,0-1,0 1,0 0,0-1,0 1,0 0,0-1,17-17,1 0,0 0,17 0,-18 0,-17-17,18 17,0-18,-18 0,0 1,0-1,35 0,-35 1,0-1,0 1,-18-1,18 0,0 1,-17 17,-1 0,0 0,1 0,-1 0,-17 0,17 0,18 35,18-35</inkml:trace>
  <inkml:trace contextRef="#ctx0" brushRef="#br0" timeOffset="56313.6514">15963 15505,'0'-18,"-17"18,-36 0,-18-18,53 18,-17 0,18 0,-19 0,19 0,17 18,0 0,17-18,1 35,0-17,17 17,-35-18,35 19,-17-36,-1 17,1 1,0-18,-18 18,35-1,-35 1,18 0,-18-1,0 1,0-1,0 1,0 0,0-1,-36-17,19 0,-1 0,0 0,1 0,-1 0,0 0,-17-35,35 17</inkml:trace>
  <inkml:trace contextRef="#ctx0" brushRef="#br0" timeOffset="57664.226">16281 15575,'0'-17,"35"17,-17 0,17 0,-17 0,-1 0,1 0,-1 0,-17 17,0 1,0 17,0-17,0-1,0 1,0 0,0 17,0-17,0-1,0 1,0-1,0 1,0 0,0-1,0 1,0 0,0-1</inkml:trace>
  <inkml:trace contextRef="#ctx0" brushRef="#br0" timeOffset="60232.9327">17868 15452,'18'-18,"-36"18,1 0,-1 0,0 0,18 18,0-1,0 1,0 0,0 17,0-17,0 17,0-18,0 19,18-1,0-35,-1 18,18-1,-35 1,18 0,0-18,-18 17,0 1,0 17,0-17,0-1,-18 1,0-18,1 0,-18 0,17 0,-17 0,17 0,-17 0,17-18,-17 1,35-1,-18 18,-17-18,53 18</inkml:trace>
  <inkml:trace contextRef="#ctx0" brushRef="#br0" timeOffset="62400.4602">18221 15522,'0'-17,"0"-1,0 0,-18 18,1 0,-1 0,0 0,18 18,-17-18,17 18,-18-1,18 1,0 0,0-1,0 1,0-1,18-17,-1 18,-17 0,36-1,-36 19,0-19,17-17,-17 18,18-18,0 35,-1-35,-17 18,18 17,0-35,-18 18,0-1,0 1,0 0,-18-18,0 0,1 0,-1 0,0 0,1-18,17 0,0-17,-18 35,18-18,0 1,0-1,0 1,18 17,-18-18,17 0,1-17,-18 17,18 1,-1-1,-17 0,0 1,0-1,18 1</inkml:trace>
  <inkml:trace contextRef="#ctx0" brushRef="#br0" timeOffset="64352.3064">19579 15522,'0'-17,"18"17,-53 0,17 0,-17 17,17 1,0 0,1-1,17 18,17-17,1 17,0-17,-1 17,19 1,-19-19,18 18,-35-17,0 17,0-17,-17-18,-1 0,-17 0,17 0,1 0,-1 0,0 0</inkml:trace>
  <inkml:trace contextRef="#ctx0" brushRef="#br0" timeOffset="65936.1918">19897 15505,'-36'-18,"19"18,-1 0,-17 0,17 0,-17 0,17 18,18-1,0 1,0 0,0-1,0 18,0-17,0 0,18-18,0 0,-18-18,17 0,-17 1,0-1,18 1,-1 17</inkml:trace>
  <inkml:trace contextRef="#ctx0" brushRef="#br0" timeOffset="67680.0479">19879 15558,'0'-18,"-35"18,17 0,-17 0,17 0,18 18,-17-18,-1 35,18-18,0 1,0 0,0-1,0 19,0-19,18 1,-1-18,1 0,-1 0,1 0,0 0,-1 0,1 0,-18-18,18 18,-18-17,0-1,35-17,-35 17,0 0,0 1,0-1,0 36,0-1,0 19,0-1,0 0,0 1,0-1,0-18,0 36,0-17,0-1,0 0,0-17,18-18</inkml:trace>
  <inkml:trace contextRef="#ctx0" brushRef="#br0" timeOffset="69399.839">21731 15522,'-18'0,"1"0,-18 0,-1 0,19 0,17 18,-18 0,0-1,1-17,17 18,0-1,0 1,0 17,0-17,17 17,-17-17,18 0,17 34,-17-52,0 36,-1-36,-17 17,18 19,-18-19,-18-17,1 0,-1 0,0 0,1 0,-1 0,0 0</inkml:trace>
  <inkml:trace contextRef="#ctx0" brushRef="#br0" timeOffset="70272.0343">22049 15505,'0'17,"0"36,0 0,0 0,0-18,0 1,0-1,0 0,0-17,0 17,-18-35,18 18,0-1,-18 1,18 0</inkml:trace>
  <inkml:trace contextRef="#ctx0" brushRef="#br0" timeOffset="71824.3857">22260 15522,'0'18,"0"0,0-1,0 1,0-1,0 1,0 0,0-1,0 1,0 0,0-1,-17 1,17 0,0-1,0 1,0-1,0 1,0 0,0-1,17-17,1 18,-18 0,18-18,-1 0,1 0,-1 0,19 0,-19 0,19 0,-19 0,1-18,0 0,-18 1,17-1,-17 0,0 1,0-1,0 1,0-19,-17 19,17-1,-18 18,18-18,-18-17,18 17,-17 1,-1-18,18 17,-18 18,18-18,-35 1,17-1,1 36</inkml:trace>
  <inkml:trace contextRef="#ctx0" brushRef="#br0" timeOffset="105431.8756">2522 16810,'0'-18,"18"18,0 18,-1-18,-17 18,18-1,0-17,17 18,-35-1,35-17,0 36,-17-19,0-17,-1 0,1-17,-18-1,18 0,-18 1,17-1,1-17,0 17,-1 1,1-19,-1 36,1-17,-18-1,35 0,-35-17,18 35,-18-18,35 18,-17-35,0 35,-1-17</inkml:trace>
  <inkml:trace contextRef="#ctx0" brushRef="#br0" timeOffset="110472.0018">2611 17427,'-18'0,"36"0,-1-17,-17-1,35 18,-17-18,0 1,-1 17,1 0,0 0,-1 35,1-35,-18 35,18-17,-1 17,1-17,0 17,-1-17,1-1,-1 1,-17 0,18-1,0-17,-18 18,17 0,1-18,-18 17,18 1</inkml:trace>
  <inkml:trace contextRef="#ctx0" brushRef="#br0" timeOffset="112855.8786">2540 18150,'0'-17,"35"17,-17 0,0-18,-1 18,1 0,-1 0,1 0,0 0,17 0,-17 0,17 0,-17 0,17 0,-17 0,17 0,-18 0,1 0,0 0,-1 0,1-17,0 17,-1 0,1 0,0 0,-1 0,1 0,-18 17</inkml:trace>
  <inkml:trace contextRef="#ctx0" brushRef="#br0" timeOffset="119575.3605">3175 18415,'-18'0,"36"-18,0 18,-1 0,1 0,0 0,-1 0,1 0,-1 0,19 0,-19 0,1 0,0 0,-18 18,0 0,-18-1,0 1,1-18,-1 0,0 18,-17-1,70-17,1 0,-1 0,-17 0,-1 0,19 0,17 18,-18-1,-18 1,1 0,-18-1,0 1,0 0,-18-1,1 1,-1-18,1 0,-19 18,19-18,-1 0,-17 17,17-17,0 0,1 0,-1 0,0 0,1 0,-1 0,1 0,-1 0</inkml:trace>
  <inkml:trace contextRef="#ctx0" brushRef="#br0" timeOffset="121399.5884">4039 18521,'0'17,"-17"-34,17-18,-18-1,18 19,0 34,0 1,18 0,-18-1,0-34,0-1,0 0</inkml:trace>
  <inkml:trace contextRef="#ctx0" brushRef="#br0" timeOffset="124455.3787">5062 18292,'18'0,"-18"-18,18 0,-1 18,1 0,0-17,-1 17,1 0,-1 0,1-36,0 36,-1 0,1 0,0 0,-1 0,1 18,-18 0,0-1,0 19,0-19,0 1,0-1,0 1,-18-18,1 0,-1 0,0 0,36 0,17 18,1-1,-19 1,1 0,0-1,-1 19,1-36,-18 17,0 1,0-1,0 19,-18-36,1 17,-1-17,0 0,1 0,-1 0,0 0,1 0,-1 0,0 0,1 0,-1 0,0 0,1 0,-1 0</inkml:trace>
  <inkml:trace contextRef="#ctx0" brushRef="#br0" timeOffset="125447.6296">6456 18344,'-35'0,"17"0,0 18</inkml:trace>
  <inkml:trace contextRef="#ctx0" brushRef="#br0" timeOffset="127087.3384">7602 18080,'0'-18,"36"18,-19 0,36 0,-35 0,-1 0,1 0,0 0,17 18,-35 0,0-1,0 1,0-1,0 1,0 0,-18-1,1-17,34 0,1 0,0 0,-1 0,1 0,0 0,17 18,-35 0,18-1,-18 1,0 0,0 17,0-18,0 1,0 0,0-1,0 1,-18-18,-17 0,17 0,-17 0,17 0,-35 18,35-18,-34 17,-1-17,35 18,-17-18,17 0,0 0,1 0</inkml:trace>
  <inkml:trace contextRef="#ctx0" brushRef="#br0" timeOffset="133631.6994">8573 18239,'0'17,"0"-34,0-1,0 0,17 1,-17 34</inkml:trace>
  <inkml:trace contextRef="#ctx0" brushRef="#br0" timeOffset="135263.4088">9560 17956,'18'-17,"17"-1,18 0,-35 18,35-17,-36 17,19 0,-19 0,19 0,-19 0,1 0,-1 0,-17 17,0 1,0 0,0-1,0 1,0 0,0-1,0 1,0 0,-17-18,-1 0,1 0,-19 17,19 1,-1-18,36 0,-1 0,1 0,17 0,-17 0,17 0,-17 0,17 18,-17-1,-1-17,-17 18,0-1,0 1,0 0,0 17,0-17,0 17,0-17,0-1,0 1,-17-18,-1 0,-17 0,17 0,0 0,1 0,-1 0,1 0,-1 0,0 0,1 0</inkml:trace>
  <inkml:trace contextRef="#ctx0" brushRef="#br0" timeOffset="136711.6951">10724 18080,'0'-18,"-17"18,-1 18,36-36,-18 1,0-1,0 0,0 36</inkml:trace>
  <inkml:trace contextRef="#ctx0" brushRef="#br0" timeOffset="138143.5922">11465 17851,'0'-18,"18"18,0 0,-1 0,18 0,-17 0,0 0,-1 0,1 0,0 0,-18 18,17-1,-17 18,0-17,0 0,0-1,0 1,0 17,0-17,-17-18,-19 18,19-1,34-17,1 0,17 0,-17 0,17 0,-17 0,0 0,17 0,-18 0,1 18,0-18,-18 18,17-1,1 1,17 17,-35-17,0 17,0-17,0 17,-17-35,-19 0,19 0,-36 0,35 18,-35-18,36 0,-19 0,19 17,-19-17</inkml:trace>
  <inkml:trace contextRef="#ctx0" brushRef="#br0" timeOffset="139151.276">13070 17992,'-17'17,"-1"19,18-19,-17-17,17 18,0 0,-18-18,18-18,0 0,0 1</inkml:trace>
  <inkml:trace contextRef="#ctx0" brushRef="#br0" timeOffset="140624.0169">13582 17639,'18'0,"-1"0,19-18,-19 1,36 17,-18 0,-17 0,0 0,17 0,-17 0,-1 0,1 0,-1 0,-17 17,18-17,0 18,-18 0,0 17,0-18,0 1,0 0,-18-1,18 1,-35-18,17 18,-17 17,17-35,-17 18,17-1,1 1,-1-18,36 0,-1 0,1 0,35 0,-18 0,-17 0,35 0,0 0,-18 0,0 0,-17 17,52 19,-52-19,0-17,-1 36,-17-19,0 1,0 0,0-1,0 1,0 0,0-1,0 1,0 17,-17-35,-1 0,-35 0,18 0,0 0,17 0,0 0,1 0,-19 0</inkml:trace>
  <inkml:trace contextRef="#ctx0" brushRef="#br0" timeOffset="141791.9463">15152 17780,'-18'18,"1"-1,-1 1,36-18,-1-18,1 1,-18-1,35 18</inkml:trace>
  <inkml:trace contextRef="#ctx0" brushRef="#br0" timeOffset="143199.8162">15822 17657,'0'0,"18"0,-18-36,17 36,1 0,0 0,17 0,0 0,18 0,0 0,-18 0,-17 0,0 0,-1 0,-17 18,0 0,0-1,0 36,-17-35,-19 17,1-17,17-18,-35 53,36-53,-1 17,-17 1,17-1,18 1,18-18,0 0,17 0,-18 18,1-18,0 17,17 1,0 0,-35-1,18-17,0 18,17 17,0 1,-17-1,-18-18,0 1,0 0,-35-1,-1-17,1 18,17-18,-35 18,18-1,0-17,17 0,-35 18,36 0,-1-18,0 0,1 0,-19 0,36-36</inkml:trace>
  <inkml:trace contextRef="#ctx0" brushRef="#br0" timeOffset="144303.9639">17233 17868,'18'0,"-1"0,1 0,0 0</inkml:trace>
  <inkml:trace contextRef="#ctx0" brushRef="#br0" timeOffset="145816.9936">17621 17604,'18'-18,"0"18,17-18,-18 18,1 0,17 0,-17 0,0 0,-1 0,1 0,0 0,-1 0,1 0,-18 36,0-19,0 1,0 0,0-1,0 18,0-17,0 0,0-1,0 1,-18 0,-17-18,35 17,-18-17,18 18,0-36,18 18,0 0,-1 0,1 0,-1 0,1 0,0 0,-1 18,1 0,-18-1,35 1,-17-1,-18 1,0 0,0 17,0-17,0-1,0 1,-18 0,1-18,-1 0,-35 0,35 0,-17 0,18 0,-1 0,-17 17,17-17,0 0,-17 0,35-17,0-19</inkml:trace>
  <inkml:trace contextRef="#ctx0" brushRef="#br0" timeOffset="146816.8559">19085 17815,'-17'18,"17"0,-18-18,18 17,0-34,35 17,-17 0</inkml:trace>
  <inkml:trace contextRef="#ctx0" brushRef="#br0" timeOffset="148855.4333">19667 17692,'0'-18,"18"1,17 17,-17 0,17 0,-17 17,-1 18,-17 1,0-19,0 1,0 0,0-1,0 1,0 0,-17-18,-1 0,36 0,-1 0,1 0,0 17,-1-17,-17 18,18-1,-18 1,0 0,18-1,-18 1,0 0,0-1,0 19,0-19,0 19,-18-19,-17 1,17-18,0 0,1 0,-1 0,1 0,-1 0,0 0,-17 0</inkml:trace>
  <inkml:trace contextRef="#ctx0" brushRef="#br0" timeOffset="149943.6084">20267 17868,'35'0,"-35"-17,0-1</inkml:trace>
  <inkml:trace contextRef="#ctx0" brushRef="#br0" timeOffset="151311.7689">21096 17586,'0'0,"0"-18,0 1,0-19,0 19,0-18,18 35,-1 0,19 0,-19 0,19 0,-19 17,1 1,-18 17,0-17,18-1,-1 1,-17 17,0-17,0 17,0-17,0 17,0-17,-17 17,-1-17,0-18,1 17,-1-17,36 0,-1 0,19 0,-1 18,-18 0,1-1,0 1,-1-1,-17 1,0 0,18-1,-18 1,0 0,0-1,0 1,0 17,-18-35,1 0,-1 0,0 0,1 0,-1 0,1 0</inkml:trace>
  <inkml:trace contextRef="#ctx0" brushRef="#br0" timeOffset="152031.8223">21713 17762,'18'-17,"0"17,-1 0,19 0,-1 0,0 0,-17 0,17 0,-17 0,-1-18,19 18,-1 0,-17 0,-1 0,1-18,-36 36</inkml:trace>
  <inkml:trace contextRef="#ctx0" brushRef="#br0" timeOffset="152904.437">21819 17974,'0'0,"18"-35,17 35,18 0,-35 0,-1 0,1-18,0 18,-1-18,-17 36,0 0</inkml:trace>
  <inkml:trace contextRef="#ctx0" brushRef="#br0" timeOffset="155472.3061">22454 17621,'0'-17,"18"-1,0 18,-18-18,35 18,-17 0,-1 0,1 0,-1 0,1 0,0 18,-18 17,0-17,0 0,0-1,0 1,0-1,0 1,0 0,0-1,-18 1,0 0,1-18,52 17,0 19,-17-19,0 1,-18-1,17-17,-17 18,0 0,18 17,-18-17,0-1,0 1,0 0,-18-18,1 0,-1 17,0-17,1 0,-1 0,0 0,-17 0,18 0,-1 0,0 0,18-17</inkml:trace>
  <inkml:trace contextRef="#ctx0" brushRef="#br0" timeOffset="156303.2762">22807 17145,'-18'0,"18"18,0 17,0 0,0 0,0 1,0-19,0 19,0-19,0 19,0-19,0 1,0 17,0-17,0-1,0 1</inkml:trace>
  <inkml:trace contextRef="#ctx0" brushRef="#br0" timeOffset="157360.5031">22983 17286,'0'35,"0"1,0-19,0 1,0 0,0-1,0 1,18 17,0-35,-1 0,1 0,0 0,-1 0,1 0,0-35,-18 0,0 17,0 0,0 1,0-1,0 0,0 1,0-1,0 0,-18-17,0 18,1 17,-1 0,0 0,1 0,-19 0,36 17,-17 1,-1 35,18-36,-17 1</inkml:trace>
  <inkml:trace contextRef="#ctx0" brushRef="#br0" timeOffset="160415.4848">23213 17974,'0'-18,"0"1,17-1,19 0,-19 1,-17-1,18 18,0-17,-1-1,-17 0,36 18,-19-53,1 53,17-17,-17-1,17-17,-17 0,17 17,-17-17,17-1,-35 1,17 17,1-34,-18 16,35-34,-35 52,18 0,0-17,-1 0,1-18,0 0,-18 0,35-17,-17-19,17-34,0 52,0-52,-17 17,35-17,-35 70,-1-53,1 53,-18 0,35 0,-35 18,18-36,-18-17,0 35,0-17,0-1,0-17,-36 0,1 35,18-18,-19 1,1-36,0 70,17-52,0 35,-34-35,16-18,-17 36,-17-71,34 88,-16-35,-19-18,18 53,-17-53,34 35,-17 1,18 35,-18-18,0-18,0 18,18 18,-18-36,0 36,18-35,-36 17,18-18,-17 0,-18-17,52 53,-69-36,-1 1,0-1,-18 36,-34-35,34 17,1 17,35-34,17 34,18 19,35-1,-34 1,34 17,0-18,1 0,-1 18,0-17,1 17,-19 0,-34-18,-1-17,-52 17,-18-17,-36-18,19 18,-1-18,0 35,18 0,35-17,53 18,18 17,0 0,35-18,-18 18</inkml:trace>
  <inkml:trace contextRef="#ctx0" brushRef="#br0" timeOffset="161607.855">20038 12277,'-35'0,"17"0,18 17,-35-17,-1 53,19-53,-1 18,0 0,-17-1,17 1,-17-18,18 0,-19 17,19 1,17 0,53 17,-1-35,-34 18,53-1,-1 1,36 17,-35 0,-18 18,35-35,-53 17,0-17,1-18,-19 35,1-35,-18 18</inkml:trace>
  <inkml:trace contextRef="#ctx0" brushRef="#br0" timeOffset="173199.0186">16422 11889,'35'0,"-17"0,-18 17,0 1,0 17,0-17,0 17,0-17,0 17,0-17,0 17,0-17,-18 34,18-34,0 17,0-17,0 0,0-1,0 1,0 0,18-1,-1-17,1 0,0-17,-18-1,35 18,-17-18,-1 1,1 17,-1-18,1 18,0 0,-1 0,1 0,0 0,17 0,-17 0,-1 0,1 18,0-1,-1 19,1-19,-18 1,0 0,0-1,0 1,0-1,0 1,0 0,0-1,0 1,0 17,-35-35,17 18,0-18,1 0,17 18,-36-18,36 17,-35-17,17 0,-35 18,18 17,18-35,-1 0,0 0,-35 0,36 0,-1 0,0 0,1 0</inkml:trace>
  <inkml:trace contextRef="#ctx0" brushRef="#br0" timeOffset="174511.3004">16369 11730,'0'-18,"18"18,-1 0,18 0,-17 0,0 18,-1-18,19 0,-19 0,19 18,-19-18,1 0,-18 17,17-17,1 0,0 18,-1-18,19 0,-1 0,-17 0,35 0,-36 0,1 0,-1 0</inkml:trace>
  <inkml:trace contextRef="#ctx0" brushRef="#br0" timeOffset="176095.6599">17463 11906,'0'-17,"0"-1,-18 18,-17-35,-1 35,19 0,-19 0,19 0,-19 0,19 0,-1 0,1 0,-1 35,0-17,18-1,-17 19,17-1,0-18,0 1,17 0,1-1,-18 1,35-18,-17 0,-18 18,35-18,-17 17,-1-17,1 0,0 0,17 0,-17 0,-18-17,17-1,-17-17,0-1,0 19,0 34,0 19,0 17,0-18,0 18,0-18,0 0,0 1,0-19,0 1,36 0,-36-1,0 1,0 0,0-1</inkml:trace>
  <inkml:trace contextRef="#ctx0" brushRef="#br0" timeOffset="178407.9311">17798 11977,'0'35,"0"-17,0 17,0-17,0 35,0-36,0 18,0 1,0-1,0-17,0-1,0 19,0-1,0-17,17-18,-17 35,18-35,0 0,17 0,-18 0,19 0,-19 0,-17-18,18 18,-18-17,0-19,35-17,-35 36,0-1,0-17,0 17,0 0,0 1,0-1,0 1,0-1,0 0,0 1,0-1,0 0,-17 1,17-1,-18 0,-17-17,-1 18,19-1,-18 18,17-18,0 18,1-17,-1 17,18 17</inkml:trace>
  <inkml:trace contextRef="#ctx0" brushRef="#br0" timeOffset="179583.3384">18203 11924,'0'18,"0"-1,0 1,0 17,-17-17,17-1,0 1,0 0,-18-1,18 1,0 0,18-18,52 0,18 0,18 0,-18 0,-52 0,17 17,0-17</inkml:trace>
  <inkml:trace contextRef="#ctx0" brushRef="#br0" timeOffset="180335.3101">18538 11959,'0'35,"0"-17,0 17,-17 18,17-17,0 16,0-34,0 35,0-18,0-17,0 35,0-35,0 34,0 1,0-35,17-18</inkml:trace>
  <inkml:trace contextRef="#ctx0" brushRef="#br0" timeOffset="181927.1621">19103 11906,'0'-17,"-18"17,-17 0,17 0,-17 0,17 0,-17 0,18 0,-19 0,19 0,-1 17,0 1,-17 0,35-1,0 1,0-1,0 19,0-19,0 1,0 0,18-18,17 35,-17-35,-1 0,1 0,0 0,-1 0,1 0,17 0,18-18,-35-17,17 35,-35-18,18 18,-18-17,17-1,-17 36,0 35,0 0,0-1,0-16,0 17,0-18,0-17,0 17,0 0,0 0,0-17,0 17</inkml:trace>
  <inkml:trace contextRef="#ctx0" brushRef="#br0" timeOffset="187520.1596">19315 11606,'0'0,"-18"-17,0-1,-35-35,0 53,1-53,-1 36,-71-36,18 35,18 0,0 18,-18-52,-17 34,52 0,1 18,-36-35,18 17,17 18,-17-17,0 17,17 0,0 0,-17 0,18 0,-18 0,-18 0,17 0,-34 0,-18 0,53 0,-36 0,1 0,52 0,18 0,18 0,0 0,17 0,-17 0,17 0,1 17,17 1,-18-18,-17 18,-1 17,19-35,-1 35,0-17,-34 35,-1-18,17-17,1 52,-36-17,54-18,-18 18,35-35,-36 53,19-54,17 36,-18-18,18-17,-18 35,18-35,-53 52,53-17,-17-18,-1 36,1-36,17 18,0-35,0 17,0-17,0 17,17 0,-17-17,35-1,-35 1,18 17,0 1,17-1,-35-17,18 17,-1-18,36 19,-18-19,1 1,-1 0,18-18,-35 35,17-35,0 18,36 17,-18-18,0 19,17-19,-35 1,18 0,0-1,-18-17,18 18,-17 0,17-18,0 0,-1 17,1-17,0 0,18 0,-36 0,53 0,-17 0,17 0,0 0,0 0,-17 36,35-19,-36 1,19-18,-37 0,-34 0,35 0,0 0,0 0,-18 0,18 0,18 0,-1 0,1 0,-1 0,-17 0,0 0,18 0,-18 0,-18 0,18-18,-36 1,19-1,17 18,0-35,-1 17,-16 18,17-35,-18 17,-17 0,-1 18,18-17,1-19,-1 19,18-18,-18 17,1 0,-19 1,18-1,-35 0,18 1,0-1,-1-35,-17 18,18 0,0-1,-18 1,0 0,0 17,17-35,1 18,-18 0,0-18,18 35,-18-35,0 18,0 17,17-35,-17 36,0-19,0 19,0-18,0 17,0-35,0 35,0 1,-17-19,17 19,-18-1,0 1,18-1,-35 0,35 1,-35-19,17 36,18-17,-18-1,-17-17,18 17,-54-17,18-18,0 18,-53-18,18 17,35 1,-17-18,52 53,0-17,1 17,-1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5:59:58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3739 15117,'0'17,"0"36,-17 0,-1-35,1 17,-1 0,-17 36,35-36,-18-17,0 52,1-34,-1-19,0 18,18 1,-35-1,35-17,-17 17,17-17,0-1,0 1</inkml:trace>
  <inkml:trace contextRef="#ctx0" brushRef="#br0" timeOffset="1040.0753">3669 15169,'18'0,"-1"0,18 18,-35 0,36 35,-19-36,-17 19,0-1,0 0,0 0,0 1,0-1,0 0,18 1,-18-19,18 18,-18-17,0 0,0-1,17 19,-17-1,0 0,18-35,-18 35,0-17,18 0</inkml:trace>
  <inkml:trace contextRef="#ctx0" brushRef="#br0" timeOffset="1960.1369">3616 15663,'0'-17,"18"17,-1 0,1 0,0 0,-1 0,1 0,-1 0,1 0,0 0,-1 0,1 0,0 0,17 0,0 0</inkml:trace>
  <inkml:trace contextRef="#ctx0" brushRef="#br0" timeOffset="3256.3759">4075 15610,'0'-17,"17"17,1 0,-18 17,0 1,0 0,0-1,18 19,-1-36,-17 17,0 1,0 0,18-1,-18 1,0 17,17-35,1 18,-18-54,-18 19,18-1,0 1,0-36,0 35,0 0,0 1,0-1,0 0,0-17,18 35,0 0,17 0,-17 0,-1 0</inkml:trace>
  <inkml:trace contextRef="#ctx0" brushRef="#br0" timeOffset="4800.6996">4357 15734,'17'0,"1"0,0 0,-1 0,1 0,0 0,-1 0,1 0,0 0,-1 0,1-18,-1 18,19-35,-19 17,-17 1,0-1,0 0,0 1,-17-1,-1 18,0 0,1 0,-1 0,1 18,-1-18,18 17,-35 1,17 0,0-18,18 35,0-17,0 17,0-17,0-1,18 1,0-18,-18 17,35 1,0 17,-17-35,-1 0,1 0,0 0,-1 0,1 0,0 0,-1 0,19 0,-36-17,17-1,19 0</inkml:trace>
  <inkml:trace contextRef="#ctx0" brushRef="#br0" timeOffset="6480.3459">5062 15628,'-17'0,"17"-18,-18 18,0 0,1 0,-1 0,-17 0,0 0,17 0,18 18,0 0,0-1,0 1,-18 0,18-1,0 1,0 0,0-1,36 18,-19-35,19 18,-1-18,-35 18,17-18,1 0,0 0,-1 0,1 0,-18-18,0 0,0-17,0 18,0-19,18 19,-1 17,19 17,-36 1,17 0,1 17,-18-18,0 1</inkml:trace>
  <inkml:trace contextRef="#ctx0" brushRef="#br0" timeOffset="7824.4536">6227 15205,'0'0,"-18"0,0 0,1 0,-1 0,0 0,1 0,-19 0,19 17,17 1,-35 0,35-1,-36 36,1-35,17 17,1-17,-19-1,36 19,-17-36,17 35,0-17,0 17,0-17,0 17,0 0,35 18,-35-35,18 17,-18-17,35 17,-17 0,-18-17,17-1,19 1,-19-18,1 0,-1 0,1-18,0 18,-1 0,19-17,-19 17,-17-18,18 18,-18-18,0 1</inkml:trace>
  <inkml:trace contextRef="#ctx0" brushRef="#br0" timeOffset="8912.1324">6297 15646,'-35'0,"17"17,1-17,17 18,0 17,0-17,0 0,0-1,0 1,0-1,0 1,0 0,0-1,17-17,1 0,-1 0,1 0,0 0,-1 0,1 0,0-17,-1-1,-17 0,0-17,0 18,0-1,0-17,-17 35,17-18,-18 18,0 0,18 18</inkml:trace>
  <inkml:trace contextRef="#ctx0" brushRef="#br0" timeOffset="10488.4972">6738 15734,'-18'0,"1"0,-1 0,1 35,17-17,0-1,0 1,0 0,0-1,0 1,0 0,0 17,0-17,17-18,1 0,-1 0,-17-18,18 0,-18-35,0 18,0 17,0-17,0 18,0-36,0 35,0-17,0 17,18 18,-18-18,0 1,17 17,-17-18,18-17,-18 17,0 1,0-1,0 0,0 1,0-1,-18 36,18 17,0-17,0 17,0-17,0 17,0 18,0-18,0 18,0-35,0 17,0-18,0 36,0-35,0 0,0-1,0 1,0 0,0-1,18-17,0 0,-1 0</inkml:trace>
  <inkml:trace contextRef="#ctx0" brushRef="#br0" timeOffset="12296.04">6914 15787,'18'0,"0"0,-1 0,1 0,0 0,-1 0,1 0,0 0,-1 0,1-18,-18 1,0-1,0-17,0 17,0-17,0 17,-18 36,18-1,0 1,-17-18,17 18,0-1,0 1,-18 17,18-17,0-1,0 1,0 0,0-1,0 1,0 0,0-1,18-17,-1 0,1 0,-1 0,1 0,0 0,-1-17,1 17</inkml:trace>
  <inkml:trace contextRef="#ctx0" brushRef="#br0" timeOffset="13728.7311">7444 15628,'-18'0,"0"0,1 0,-1 0,0 0,1 0,17 18,-18-18,1 0,17 17,-18-17,18 18,0 0,0-1,0 1,0 0,18-18,-18 17,35 1,-35-1,17-17,1 36,0-36,-1 0,1 17,0 1,-18 0,0-1,-36-17,1 0,17 0,1 0,-1 0,1 0</inkml:trace>
  <inkml:trace contextRef="#ctx0" brushRef="#br0" timeOffset="16375.6758">9084 16051,'35'18,"36"-18,-36 18,36-18,17 17,0 1,18-18,-36 35,1-35,0 0,-18 0,-1 18,1-18,0 0,-35 18,17-18,18 17,-18-17,-17 0,0 0,-1 18,36-18,-35 0,17 17,-17-17,-1 0,1 0,0 0,-1 0,1 0</inkml:trace>
  <inkml:trace contextRef="#ctx0" brushRef="#br0" timeOffset="17551.5727">11465 16263,'18'0,"17"0,0-18,36 18,-18 0,0 0,0 0,17 0,-17 0,53 0,-53 0,35 0,-53 0,1 0,-19 0,19 0,-19 0,19 0,-19 0,1 0,0 0,-1 0,1 0</inkml:trace>
  <inkml:trace contextRef="#ctx0" brushRef="#br0" timeOffset="18535.5836">13406 16175,'35'0,"-18"0,36 0,-35 0,53 0,52 0,-35 0,18 0,-18 0,-17 0,52 0,-87 0,34 0,-17 0,0 0,0 0,-35 0,34 0,-34 0,17 0,-17 0</inkml:trace>
  <inkml:trace contextRef="#ctx0" brushRef="#br0" timeOffset="21191.7814">8961 15169,'0'0,"-18"0,0 0,-35 36,18-19,17 19,1-1,-18 0,-1 36,-17-18,53-36,-17 54,-19-18,36 0,0-18,0 18,0 0,0-36,18 36,0 36,17-72,-35 18,18 18,-18-35,35 17,-17-17,-18 0,17-18,1 17,-1-17,-17 18,18 0,0 17</inkml:trace>
  <inkml:trace contextRef="#ctx0" brushRef="#br0" timeOffset="22511.8514">14817 15258,'17'0,"1"0,0 0,-1 17,1 1,0 0,34 17,-34-18,35 1,-35 0,-1 17,19 0,-36 18,17-35,1 35,-1-18,-17 0,18 18,-18 0,18-18,-18 18,17-35,-17 35,0-18,0-17,0 17,0-17,0 17,0 0,0 1,-17-19,-19 36,19-35,17-1,-18-17,18 18</inkml:trace>
  <inkml:trace contextRef="#ctx0" brushRef="#br0" timeOffset="41375.8797">9790 15152,'-18'0,"-17"-18,-18 18,35 0,-35-17,0 17,36 0,-19 0,19 0,-19 0,19 0,-1 17,18 1,0-1,0 19,0-1,0 0,18-17,-18 0,17-18,-17 17,18-17,-18 18,35-1,-35 1,18-18,0 18,-1-1,1 1,0-18,-1 18,1-1,-1 1,1-18,-18 18,18-1,-1 1,1 17,-18-17,0-1,0 1,0 0,0-1,0 1,0 0,-18-18,-17 0,17 0,1-18,-1 0,18 1,0-1,0 0,0 1,0-1,0 1,0-1,0-17,0 17,0 0,0 1,0-19,0 1,18 0,-1 17,1 1,0-1,-18 0,17 18,-17-17,0-1,0 0,0 1,0-1,18-17</inkml:trace>
  <inkml:trace contextRef="#ctx0" brushRef="#br0" timeOffset="43191.6745">9666 16775,'18'0,"-18"35,0-17,0 34,17-16,-17 17,0-18,0-17,0 34,0-34,0 17,0-17,0 17,0-17,18-18,-18 18,18-18,-18-36,0-17,0 0,0 18,0-18,0 18,0 0,0 17,0-17,0 17,0 1,17-1,1 18,0 0,17 18,-35-1,35 18,-17-17,-18 0,35-1,-35 1,18-18,-1 0,1 18,0 17,-18 0,17-17,-17 17,0-17,0 17,0-17,-17-18,-1 17,0-17,1 18,-1 0,-17-1,17-17,-17 0,17 35,1-35,-1 0,-17 0,17 0,-17 0,17 0,-17 0,52 0</inkml:trace>
  <inkml:trace contextRef="#ctx0" brushRef="#br0" timeOffset="44799.9331">11994 16828,'0'52,"0"1,0-17,0 17,0-1,0-16,0-1,0-17,0-1,0 1,0 0,0-36,0-53,0 18,0-17,0 17,0 0,0 18,0 17,0 1,0-1,18 18,17 0,-17 18,0-1,17 18,-17-17,34 0,-16 35,-1-18,-17-35,-1 18,1-18,-18 17,0 1,18-18,-18 17,0 1,0 17,0-17,0 0,0-1,-18-17,-35 53,35-53,-17 18,0-1,17-17,1 0,-1 0,0 0,1 0,-19 0,54 0,17 0</inkml:trace>
  <inkml:trace contextRef="#ctx0" brushRef="#br0" timeOffset="46527.7014">13917 16757,'0'18,"0"17,0 0,0 0,0 18,0-17,0-1,0 18,0-18,0 18,0-35,0-1,0 1,0 0,0-36,0-17,0 17,0-35,0 35,0-34,0 16,0 19,0-1,0-17,0 17,0-17,0 17,0-17,35 35,-17 0,0 35,-1-17,19-1,-19 19,18-19,-17 1,0-18,-18 18,17-18,1 0,0 17,-1-17,-17 18,18-18,-18 18,0-1,18-17,-1 18,-17-1,-17-17,-1 36,0-19,1 1,-19-18,19 18,-36 17,-18-17,18 34,18-34,-53 35</inkml:trace>
  <inkml:trace contextRef="#ctx0" brushRef="#br0" timeOffset="64127.8233">11695 15399,'-18'0,"18"-18,35 0,-17 18,0-35,-1 35,18-35,-17 35,0 0,-1 0,-17-18,18 18,0 0,17 0,-35 18,18-18,-18 18,17-1,-17 1,18-1,-18 1,17-18,-17 18,0 17,0-17,0 17,0-17,0 17,0-17,0-1,0 1,0-1,0 1,0 0,0-1,0 1,0 17,-17-35,17 18,-18-18,1 0,-1 0,-17 18,35-1,-18-17,-17 0,17 18,0-18,-17 17,18-17,-1 0,18-17,0-1,18 18,-1 0,18 0,-17 0,0 0,-1 0,19 0,-19 0,1 18,0-1,-1-17,18 18,-35 0,18-18,0 0,-1 0,1 17,0-17</inkml:trace>
  <inkml:trace contextRef="#ctx0" brushRef="#br0" timeOffset="80208.1838">14023 15311,'0'-18,"-35"0,-36 1,53 17,-17-18,-18 18,36-18,-19 18,19 0,-1 0,0 0,18 18,18-18,0 18,-18 17,17-17,1 17,-18-18,0 19,18-1,-1-35,-17 18,18-1,0-17,-1 0,18 18,-17-18,-18 18,18-18,-1 0,1 0,0 0,-1 0,1-18,0 0,-1-17,-17 17,18 1,-18-1,0 0,0 36,0 17,0-17,0 17,0 1,0 17,0-18,-18-18,18 36,0 0,0-17,0-1,0-18,0 1,0 0,0-1,0 19,0-19,0 19</inkml:trace>
  <inkml:trace contextRef="#ctx0" brushRef="#br0" timeOffset="81399.8093">15787 15363,'17'0,"1"0,0 0,-1 0,1 0,0 0,17 0,-17 0,17 0,-18 0,1 0,0 0,17 0,-17 0,-1 0</inkml:trace>
  <inkml:trace contextRef="#ctx0" brushRef="#br0" timeOffset="82399.8202">15787 15575,'0'0,"17"0,1 0,0 0,-1 0,1 0,17 0,-17 0,0 0,34 0,-34 0,0 0,-1 0,1 0,0 0,-1 0,1 0,0 0,-1 0</inkml:trace>
  <inkml:trace contextRef="#ctx0" brushRef="#br0" timeOffset="84239.9637">16933 15152,'0'-18,"0"1,-35 17,17 0,-17 0,18 0,-19 17,19 1,17-1,-18 1,18 0,0 17,0-17,0-1,0 1,0 17,0-17,18-1,17 54,-17-36,-1-17,1 17,17 1,0-1,-17-18,0 1,-1 0,-17-1,36 19,-19-19,-17 1,35 35,-17-36,0-17,-18 18,0 0,0 17,-18-35,18 18,-18-18,-17 0,18 0,-19 0,19 0,-19 0,19 0,-19 0,19-18,-1 18,18-35,0-1,0 1,0 18,0-19,0 19,0-19,0 1,0 17,18-17,-1 0,1 17,17 1,-17-36,0 53,-18-36,17 19,1-19,-18 1,18 0,-1 17,-17 1,0-1,0 0,0 1,0-1</inkml:trace>
  <inkml:trace contextRef="#ctx0" brushRef="#br0" timeOffset="85255.925">17251 15610,'17'0,"-17"18,0 0,18-18,0 0,-1-18,-17 0,0 1,-17 17,-1 0,0 0</inkml:trace>
  <inkml:trace contextRef="#ctx0" brushRef="#br0" timeOffset="86631.8339">17798 15434,'0'-18,"0"1,0-1,0 0,0-17,0 18,0-1,0 0,35 18,-17 0,17 0,-18 0,19 0,-19 0,1 18,17 17,-17-17,-18 17,18 18,-18-18,0 1,0-19,0 19,0-1,0 0,0-17,0-1,-18 19,0-1,18-17,-17-1,-19 18,36-17,-35 0,0 17,0-17,17-1,18-34,0-1,0 0,0-17,0-18,0 36,18-1,-18 0,17 18,18 0,-17 0,17 0,1 18,-19 17,1-35,0 18,-1 17,19-35,-19 0</inkml:trace>
  <inkml:trace contextRef="#ctx0" brushRef="#br0" timeOffset="87600.1963">18344 15593,'18'0,"0"-18,-18 1,-18 17,18 35</inkml:trace>
  <inkml:trace contextRef="#ctx0" brushRef="#br0" timeOffset="89455.6787">19156 15328,'0'0,"-18"0,18-17,-17 17,-19-36,19 19,-19-1,19 0,-19 18,19 0,-36 0,18 0,-1 0,1 0,17 0,-17 0,18 0,-1 18,18 0,0-1,0 19,0-19,0 1,0 17,18 0,17-17,0 17,-35-17,18-18,17 18,-17-18,-1 0,1 0,0 0,-1 0,18 0,-35-36,18 19,-18-1,18 0,-1 18,-17-17,18 17,-18-36,18 19,-18 34,0 36,0 0,0 18,0-1,17 36,1-35,-18-18,18-18,-1 18,-17-18,18-17,-18 17,17-35,-17-18,0-17</inkml:trace>
  <inkml:trace contextRef="#ctx0" brushRef="#br0" timeOffset="90207.9295">19579 15593,'18'-18,"-1"18,1 0,17 0,-17 0,0 0,35 0,-36 0,1 0,-1 0,19-17</inkml:trace>
  <inkml:trace contextRef="#ctx0" brushRef="#br0" timeOffset="91032.1454">19650 15857,'0'-17,"0"-19,17 36,1 0,0 0,17 0,-17 0,-1-17,18 17,1 0,-19 0,19 0,-1 0,-17 0,-1 0</inkml:trace>
  <inkml:trace contextRef="#ctx0" brushRef="#br0" timeOffset="101919.9971">21043 15452,'0'35,"0"0,0-17,0 17,0-17,0 52,-17-17,-19 53,36-71,-35 54,35-37,-18 19,18-18,-35-18,35 1,0-19,0 1,0-1,0 1,0 17</inkml:trace>
  <inkml:trace contextRef="#ctx0" brushRef="#br0" timeOffset="103151.3105">21519 15610,'0'36,"0"-19,-17 19,17-19,-18 36,-17-35,17 17,-17 18,35-35,-18-1,1-17,17 36,-18-19,0 18,18-17,18-18,17 0,-17 0,17 0,18 0,18 0,-18 0,17 0,-17 0,-18 0,-17 0,17 0,-17 0,17 0</inkml:trace>
  <inkml:trace contextRef="#ctx0" brushRef="#br0" timeOffset="103911.4021">21766 15822,'-17'0,"17"35,0 1,0-19,-18 19,18-1,0 0,-18 0,18-17,0 0,0-1,0 1,0 0,0-1,0 1,0 0,0-1,0 1,0-36</inkml:trace>
  <inkml:trace contextRef="#ctx0" brushRef="#br0" timeOffset="105079.7112">22172 15752,'0'17,"0"18,0-17,-18 0,18 17,-35 0,18-17,17 0,0 17,-18-35,18 17,18-17,17 0,18 0,0 0,0 0,-18 0,35 0,-34 18,-19-18,19 0,-19 0,1 0,0 0,-1 0,1 0,-1 0</inkml:trace>
  <inkml:trace contextRef="#ctx0" brushRef="#br0" timeOffset="105895.6596">22543 15769,'-18'0,"18"18,0-1,0 19,0 17,0-18,0 18,0-18,-18-17,18 35,0-18,0-17,0-1,0 19,0-19,0 1,0-1,0 1,0 0,0-1,0 1,0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6:01:57.1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2681 8573,'18'0,"-1"0,19 0,-1 0,0 0,18 0,-18 0,-17 0,17 0,-17 0,35 0,-18 0,-17 0,17 0,0 0,-17 0,17 0,-17 0,17 0,0 0,1 0,17 0,-18 0,18 0,17-18,-34 18,-19 0,54-18,-53 18,17 0,18 0,17 0,-34-17,-1 17,18 0,17 0,-34 0,-1 0,0 0,0 0,-17 0,35 0,0 0,-18 0,18 0,0 0,0 0,-18 0,18 0,18 0,-18 0,17 0,1 0,-1 0,1 0,-1 0,-17 0,-17 0,34 0,-17 0,0 0,0 0,0 0,-18 0,18 0,-18 0,1 0,-19 0,18 0,18 0,-17 0,17 0,-18 0,0 0,18 0,-35 0,17 0,-17 0,17 0,-17 0,-1 0,1 0,-1 0,1 0,17 0,-17 0,35 0,-18 0,0 0,18 0,0 0,-35 0,35 0,-36 0,1 0,0 0,-1 0,1 0,0-36,-1 36,1 0,0 0,-1 0,19 0,-19 0,18 0,-17 0,17 0,-17 0,0 0,-1 0,19 0,-1 0,-18 0,1 0,0 0,-1 0,1 0,0 0,-1 0,1 0,0 0,-1 0,1 0,-1 0,1 0,0 0,-1 0,19 0,-19 0,1 0,0 0,-1 0,1 0,17 0,0 0</inkml:trace>
  <inkml:trace contextRef="#ctx0" brushRef="#br0" timeOffset="2263.6224">12823 8502,'18'0,"17"0,18 0,-35 0,53 0,-19 0,19 0,0 0,-1 0,-17 0,18 0,-1 0,-35 0,89 0,-71 0,35 0,-17 0,17 0,-18 0,-17 0,18 0,-36 0,36 0,17 0,0 0,35 0,-34 0,16 0,1 0,-35 0,35 0,-36 0,1 0,-1 0,-17 0,-17 0,16 0,1 0,-17 0,-1 0,-17 0,17 0,18 0,-36 0,36 0,18 0,17 0,-53 0,36 0,35 18,-18 17,-17-35,17 0,-18 0,1 0,-18 0,0 0,0 0,-1 18,1-18,18 0,0 17,-54-17,36 0,-18 0,18 35,-35-35,0 0,-1 0,18 0,-17 0,0 0,-1 0,1 0,17 0,-17 0,35 0,0 18,-18-18,0 0,18 0,-35 0,0 0,-1 0,1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6:03:04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3016 6491,'0'-18,"0"1,-17 17,-19 0,19 0,-1 0,0 17,1 1,-1 0,1-18,17 17,-36 1,36 0,-17-18,-1 35,0-35,18 18,0 17,0 0,0 0,0-17,0 35,0-35,0 17,0 18,0-36,36 19,-36-1,17-35,-17 18,36-1,-36 1,17-18,1 0,-1 0,1 0,17 0,-17-18,-18-17,35 17,-35 1,18-1,-18 0,18 1,-18-18,0-1,17 19,-17-36,0 35,0 0,0 1,0-1,0 1,0-1,0 0,0 1,18 34,-1 36,-17 0,0 35,0-35,36-18,-36 1,0-1,0-17,0 17,0-17,0-1</inkml:trace>
  <inkml:trace contextRef="#ctx0" brushRef="#br0" timeOffset="783.4467">3298 7003,'18'17,"-18"1,0 0,0-1,0 1,0-1,0 1,0-53,0 17</inkml:trace>
  <inkml:trace contextRef="#ctx0" brushRef="#br0" timeOffset="1615.9179">3528 6332,'35'18,"-35"0,53 52,-35-35,-1 1,19 17,-1 35,18-53,-53 53,17-17,19-18,-19 0,-17 0,0 0,0-1,0 1,0-17,0 17,0 0,0 17,-17-17,17-35,-36 35,1-18,17-18,1 1,-1 0,1-18,-1 0</inkml:trace>
  <inkml:trace contextRef="#ctx0" brushRef="#br0" timeOffset="2552.5475">2540 6385,'0'-17,"-18"17,1 0,-1 17,0 1,1 35,-1-18,1 0,-1 18,18 0,0 18,-35-1,35 1,0-1,0 1,0 0,0-1,0-17,17 35,36-17,-35-36,35 36,-36-36,1 0,35 0,-35 1,17-36,-35 17,17-17,1 18</inkml:trace>
  <inkml:trace contextRef="#ctx0" brushRef="#br0" timeOffset="4759.4334">5874 7355,'35'0,"-17"0,17 0,-17 0,-1 0,1 0,0 0,-1 0,1 0,-1 0,19 0,-19 0,1 0,0 0,-1 0,1 0,0 0,-1 0,1 0,-1 0,19 18,-19-18,1 0,0 0,-1 0,19 0,-19 0,18 0,-17 0,0 0,-1 0,1 0</inkml:trace>
  <inkml:trace contextRef="#ctx0" brushRef="#br0" timeOffset="5951.291">6950 7355,'17'0,"1"0,0 0,-1 0,1 0,17 0,0 0,1 0,-19 0,19 0,-19 0,19 0,-19 0,19-17,-1 17,0 0,0 0,18 0,0 0,-18 0,1 0,-1 17,0-17,-17 0</inkml:trace>
  <inkml:trace contextRef="#ctx0" brushRef="#br0" timeOffset="7207.7242">7955 7355,'18'0,"-1"0,1 0,17 0,1 0,-1 0,-17 0,17 0,-18 0,19 0,-19 0,19 0,-19 0,19 0,-19 0,36 0,-35 0,17 0,-17 0,17 0,-17 0,17 0,-17 0</inkml:trace>
  <inkml:trace contextRef="#ctx0" brushRef="#br0" timeOffset="8527.6124">8837 7355,'18'0,"-1"0,1 0,0 0,-1 0,19 0,16 0,-34 0,0 0,17 0,-17 0,17 0,18 0,-18 0,18 0,-18 0,1 0,-19 0,1 0,0 0,17 0,-18-17,19 17,-19 0</inkml:trace>
  <inkml:trace contextRef="#ctx0" brushRef="#br0" timeOffset="16799.7461">9895 7355,'36'0,"-19"0,19 0,-19 0,1 0,0 0,-1 0,1 0,-1 0,1 0,0 0,-1 0,1 0,0 0,17 0,0 0,-17 18,17-18,-17 0,-1 0,1 0,0 0,-18 18,17-18,1 0,0 0,-1 0,1 0,0 0,-1 0,1 0,-1 0,1 0,0 0,-1 0</inkml:trace>
  <inkml:trace contextRef="#ctx0" brushRef="#br0" timeOffset="17711.9113">10813 7391,'17'0,"1"0,0 0,-1 0,18 0,36 0,0 0,-1-18,1 18,35 0,-18 0,-18 0,1 0,35 0,-18 0,-35 0,-36 0,19 0</inkml:trace>
  <inkml:trace contextRef="#ctx0" brushRef="#br0" timeOffset="18855.9124">12047 7355,'18'0,"0"0,-1 0,1 0,0 0,17 0,-18 0,36 0,-35 0,17 0,1 0,-1 0,-17 0,17 0,18 0,-36 0,36 0,-17 0,-1 0,-18 0,1 0,0 0,-1 0,1 0,0 0,-1 0,1 0,0 0,-1 0,1 0,-1 0</inkml:trace>
  <inkml:trace contextRef="#ctx0" brushRef="#br0" timeOffset="19855.4026">13212 7355,'17'0,"1"0,17 0,-17 0,17 0,36 0,34 0,107 0,17 0,1 18,-19-18,19 0,17 71,-159-71,-35 0,-36 0,1 0</inkml:trace>
  <inkml:trace contextRef="#ctx0" brushRef="#br0" timeOffset="28783.5613">6209 7761,'0'35,"0"-17,0 17,0-17,0 17,0-17,0 17,0-17,0-1,18 1,-18 0,0-1,0 1,0 0,0-1,0 1,0 0,17-1,-17 1,0-1,0 1,0 0,18-18,-1 0,1 0,0 0,-1 0,19 0,-19 0,1 0,0 0,-1 0,1 0,-1 0,1 0</inkml:trace>
  <inkml:trace contextRef="#ctx0" brushRef="#br0" timeOffset="30200.9502">7303 7832,'0'35,"17"0,1 18,-18-35,0 17,0 0,17 1,-17-19,0 36,0-35,18 17,-18-17,0 17,0-17,0-1,18-17,-1 0,1-17,0 17,-1 0,19 0,-19 0,18 0,-17 0,0 0,-1 0,1 0,0 0,-1 0,1 0,0 0,-1 0,54 0,-18 0,-18 0</inkml:trace>
  <inkml:trace contextRef="#ctx0" brushRef="#br0" timeOffset="31744.56">8255 7885,'0'17,"0"36,0-18,0 1,0-1,0 0,18 1,-18-1,0-18,17 19,-17-1,0 0,0-17,18-18,0 0,-1 0,1 0,-1 0,19 0,-19 0,1 0,0 0,-1 0,1 0,0 0,-1 0,1 0,0 0,-1 0,1 0,-1 0,1 0,0 0</inkml:trace>
  <inkml:trace contextRef="#ctx0" brushRef="#br0" timeOffset="33887.5255">9190 7920,'0'18,"0"17,0 0,0-17,0 17,0 0,18-17,-18 0,0-1,0 1,0-1,0 1,0 0,0-1,17 1,-17-53,0 17,0-35,0 36,0-36,0 35,0-17,0 17,0-17,0 17,0 1,0-1,0 0,0 1,-17-1,17 0,0 1,-18 17,53 35,-17 0,-1-35,19 18,-19 0,1-18,0 17,17 18,-17-17,-1 0,1-1,-1-17,1 18,0-18,-18 18,17-1,-17 19,0-19,0 1,0 17,0-17,-17-18,-1 17,-17-17,17 0,1 18,-1-18,0 0,1 0,-19 0,19 0,-1 0,0 0,1 0,-1 0,1 0,-1 0,0 0</inkml:trace>
  <inkml:trace contextRef="#ctx0" brushRef="#br0" timeOffset="36048.5663">10231 7902,'0'18,"0"0,0 17,0-18,0 19,0-1,0 0,0 1,0-19,0 1,17 17,-17-17,0-1,18 1,-1-18,-17-18,0-17,0 0,0 17,0-17,0 17,0-35,0 36,0-19,0 19,0-1,0-17,0 17,0-17,0 0,18-18,0 17,-1 1,-17 53,0-1,0 1,0 0,18-1,-18 1,18 0,-1-1,1 1,0 0,17 17,-17 0,17 0,-18-17,1-18,-18 18,0 17,35-17,-35-1,0 1,0 0,0 17,0-18,-17-17,-1 18,-17-18,17 0,1 18,-1-18,0 0,1 0,-1 17,0-17,1 18,-1-18,-17 0,17 18,0-18,1 0,17 17</inkml:trace>
  <inkml:trace contextRef="#ctx0" brushRef="#br0" timeOffset="37738.5061">11254 7920,'17'-18,"-17"54,0-1,0 0,18 18,-18-35,0-1,0 19,18-19,-18 1,0-1,0 1,0 0,0-1,17 1,-17-36,0-35,0 18,0-35,0 34,0-17,0 1,0 34,0-17,0 17,18 18,-18 18,35-1,-17 19,-1-1,1-18,0 1,17 0,-35 17,18-35,-1 18,1 17,-18 0,17-17,-17-1,0 1,0 0,0-1,-17-17,-18 0,17 0,0 0,1 0,-1 0,-17 0,17 0,-17 0,17 0,-17 0,17 0,18-17,18-1,35 18</inkml:trace>
  <inkml:trace contextRef="#ctx0" brushRef="#br0" timeOffset="39351.1612">12488 7885,'0'17,"0"1,0 0,0 17,0 0,0 18,0-18,0-17,0 0,0 17,0-18,0 1,0 0,0-1,18-17,-18-17,0-36,0-18,0 1,0 17,0 18,0-18,0 35,0-17,18 35,17 0,-35 17,35 19,0-1,-17 18,0-53,-1 17,1 36,17-35,-35 0,36-1,-36 1,0 0,0-1,0 1,0-1,-36 1,1-18,-18 18,18-1,17-17,18 18,-35-18,17 0,1 0,-1 0,0 0,1 0,-1 0,0 0,1 0</inkml:trace>
  <inkml:trace contextRef="#ctx0" brushRef="#br0" timeOffset="41199.2011">13952 7885,'-17'0,"17"17,0 19,0-19,0 18,0-17,0 17,0 1,0-1,0-17,0 17,0-18,0 19,0-1,0-17,0-1,0 1,0-36,0-17,0 17,0-17,0 17,0 1,0-18,0 17,0 0,0 1,0-1,0-17,0 17,-18-17,18 17,-18 1,18-19,0 19,18 17,17 35,1-17,-19 17,36 18,-35-18,-1 0,1-17,0 17,-1-17,19-1,-36 1,17 0,-17-1,18-17,-18 18,0 0,0-1,-18 19,-17-36,17 0,-35 17,18 1,18-18,-1 17,0-17,1 0</inkml:trace>
  <inkml:trace contextRef="#ctx0" brushRef="#br0" timeOffset="52719.3869">5697 6703,'-17'-18,"17"1,0-1,17 0,1 1,0 17,-1-18,19 18,-19 0,1 0,-1 0,1 0,0 18,-18 17,0-17,0 17,0-18,0 36,0-35,0 0,0-1,0 1,0 0,0-1,0 1,-18-1,18 1,-18 17,1-17,-1 0,1-18,17-18,0 0,0-17,0 0,17 17,18 18,-17 0,35 0,-35 18,-1-1,19 19,-36-19,0 1,17 17,1-35</inkml:trace>
  <inkml:trace contextRef="#ctx0" brushRef="#br0" timeOffset="54071.6235">6315 6597,'-18'0,"0"0,1 18,-1-1,18 1,-17 0,17 17,-18-18,18 1,-35 35,17-18,18-17,-35 17,35-17,0-1,-18 19,18-19,0 19,0-19,0 19,18-19,-18 1,17-18,1 0,17 17,-17-17,0 18,17-18,-18 0,19 0,-19 0,-17-18,18 1,-18-1,18 1,-18-1,0 0,0 1,-36-1,36 0,-17 18,-1 0,0 0,1 0,-1 0,1 18,-19-18,19 18,-1-1</inkml:trace>
  <inkml:trace contextRef="#ctx0" brushRef="#br0" timeOffset="55847.8588">6985 6756,'0'-18,"0"0,0 1,0-1,18 18,-18-17,17-1,1 18,0 0,-1 0,1 0,-1 0,1 0,0 0,-1 18,-17 17,0 0,0-17,0-1,0 19,0-1,0 18,0-18,0-17,0-1,0 19,-17-19,17 1,-36-18,1 35,0-35,17 0,1 0,-1 0,0 0,18-17,0-1,0 0,18 18,0 0,-1 0,1 0,0 0,-1 0,1 0,-1 0,1 0,0 0,-1 0,19 18,-36 0,17-1,1 1</inkml:trace>
  <inkml:trace contextRef="#ctx0" brushRef="#br0" timeOffset="57120.2633">7408 6632,'0'-17,"0"34,-17 1,-19 0,36-1,0 1,0-1,-17 19,17-19,0 1,0 0,-18 17,18-17,-17 17,17-18,0 19,0-19,0 19,0-19,0 19,0-19,17-17,-17 18,18-1,-1 19,1-36,-18 17,18-17,-1 18,1 0,0-18,-1 0,1 0,0 0,17 0,-35-18,0 0,0 1,0-1,0 0,0 1,0-1,0 1,-35-1,35 0,-18 18,0 0,-17 0,17 0,1 0,-1 18,0 0,18-1,0 1,18-18,17 0,18 0</inkml:trace>
  <inkml:trace contextRef="#ctx0" brushRef="#br0" timeOffset="58720.8079">8079 6826,'-36'-17,"36"-1,0 0,0 1,0-19,18 36,0 0,-18-17,17 17,19 0,-19 0,-17 17,18 1,-18 17,17 18,-17-35,0 17,0 0,0 1,0-1,0 0,0-17,0 0,-35 17,18-35,-1 17,0 1,-17 0,0 17,17-35,18 18,-18-18,1 0,17-18,0 0,0 1,0-1,17 0,1 18,0 0,17 0,-17 0,17 0,-17 0,34 0,-34 0,17 18,-17 0,0-1,-18-34,17 17,1-18,-18 0,35-17</inkml:trace>
  <inkml:trace contextRef="#ctx0" brushRef="#br0" timeOffset="59912.4301">8484 6791,'0'-18,"-17"18,-19 0,36 18,-17-18,17 35,0-17,0 17,-18-17,18 17,0-17,-18-1,18 1,0 0,0-1,0 1,0 0,18-1,17 36,-17-53,-18 18,35-1,-35 1,18-18,0 0,-1 0,1 0,0 0,-1 0,-17-18,0 1,0-19,0 19,0-1,0-17,-17 17,17 1,-18-1,0 18,1 0,-1 0,0 0,1 18,-1-1,0-17,-17 18,17 17,1-17,17-1,0 1</inkml:trace>
  <inkml:trace contextRef="#ctx0" brushRef="#br0" timeOffset="62607.4822">8996 6650,'0'35,"0"-17,0-1,0 1,0 35,17-18,-17-17,0 17,18 18,-18-35,0-1,0 19,0-19,0 19</inkml:trace>
  <inkml:trace contextRef="#ctx0" brushRef="#br0" timeOffset="63623.0525">9190 6773,'0'18,"0"0,0 17,0-17,0 17,0-18,0 19,0-19,0 1,18 0,-1-18,-17 17,18 1,17-18,-17 0,-18-18,17 1,-17-1,0 0,0 1,0-1,0 0,0 1,0-1,-17 18,17-17,-18-1,0 18</inkml:trace>
  <inkml:trace contextRef="#ctx0" brushRef="#br0" timeOffset="64559.0493">9966 6791,'18'0,"-18"35,0 1,0 16,0-16,0-1,0 18,0-35,0 17,0-18,0 1,0 0,-18-1,18 1,0 0</inkml:trace>
  <inkml:trace contextRef="#ctx0" brushRef="#br0" timeOffset="65543.1708">10213 6914,'-18'0,"1"0,-1 36,18-19,0 1,0 0,0 17,0 0,0-17,0-1,0 1,0 0,18-1,-1-17,1 0,0-35,-18 0,17 17,-17 1,0-1,0 0,0 1,0-1,0 0,0 1,0-1</inkml:trace>
  <inkml:trace contextRef="#ctx0" brushRef="#br0" timeOffset="66431.8789">11113 6844,'0'18,"0"-1,0 36,0-35,35 35,-35-36,0 19,0-1,17 18,-17-18,18-17,0-1,-18 1,17-18</inkml:trace>
  <inkml:trace contextRef="#ctx0" brushRef="#br0" timeOffset="67375.5159">11359 6862,'-35'17,"35"1,0 17,0 0,-17-35,17 18,0 0,0-1,0 1,0 17,0-17,17-1,1 19,-18-1,17-17,1 17,0-35,17 18,-17-1,-1-17,1 0,0-17,-18-19,0 19,0-19,0 1,0-18,0 36,0-1,0 0,-18 18,18-17,-18 17,1-36,-1 36,18-17,-18 17,18-36,-17 36,17-17,-18 17,0-35,1 35,17 17</inkml:trace>
  <inkml:trace contextRef="#ctx0" brushRef="#br0" timeOffset="68272.378">12277 6791,'0'18,"0"-1,0 1,35 35,-35-36,0 1,0 17,0 1,0-19,0 1,0 17,0 0,18-17,-18 0,0-1,0 1,0 17,17-35</inkml:trace>
  <inkml:trace contextRef="#ctx0" brushRef="#br0" timeOffset="69151.7588">12488 6862,'0'17,"0"1,0 17,0-17,0-1,0 1,0 0,0 17,0 0,18-17,0-18,-18 17,17-17,1 0,0 18,-1-18,1 0,-18-18,0-17,0 18,0-1,0-17,0 17,0-17,0 17,-18 18,-17 0,35-18,-18 1,1-1,-1 18</inkml:trace>
  <inkml:trace contextRef="#ctx0" brushRef="#br0" timeOffset="70311.3736">13476 6809,'0'-18,"18"18,-1 0,1 0,-18 18,18-1,-18 19,0-1,0-18,0 19,17-1,1-35,-18 35,0-17,0 17,0-17,0 17</inkml:trace>
  <inkml:trace contextRef="#ctx0" brushRef="#br0" timeOffset="71256.4885">13688 6826,'0'53,"0"-35,0 17,0 0,0 1,17-19,1 1,-18 17,18-35,-18 18,17-1,1 1,0-18,-1 18,1-18,0 0,-1 0,1 0,-1 0,-17-18,18 0,-18 1,0-18,0 17,0 0,0 1,0-1,-18-17,1 17,17 0,-35 18,35-17,-18 17,0 0,1 0,-1 0</inkml:trace>
  <inkml:trace contextRef="#ctx0" brushRef="#br0" timeOffset="72519.3597">15540 7091,'18'0,"17"0,-18 0,19 0,-19 0,19 0,-19 0,1 0,0 0,-1 0,1 0,-1 0,1 0,0 0,-1 0,1 0,0 0</inkml:trace>
  <inkml:trace contextRef="#ctx0" brushRef="#br0" timeOffset="73535.5326">15575 7285,'18'0,"-1"0,19 0,-1 0,0 0,-17 0,17 0,-17 0,17 0,0 0,-17 0,0 0,-1 0,1 0,0 0,-1 0,1 0,-1 0</inkml:trace>
  <inkml:trace contextRef="#ctx0" brushRef="#br0" timeOffset="92175.543">16598 6914,'18'36,"-18"-19,17 19,-17-1,0 18,0 17,0-17,0-35,0 35,0-18,0 0,0-17,0 0,0-1,0 19,18-19</inkml:trace>
  <inkml:trace contextRef="#ctx0" brushRef="#br0" timeOffset="93710.9048">16933 7020,'0'0,"0"-17,18 17,0 0,17 0,-17 0,17 0,-18 0,19 0,-19 0,1 0,0-36,-1 36,1 0,0 0,-1 18,-17 0,0-1,0 19,0-19,0 1,0 17,0-17,0 17,0-17,0 35,0-36,0 19,0-1,0-18,0 1</inkml:trace>
  <inkml:trace contextRef="#ctx0" brushRef="#br0" timeOffset="95439.5495">17586 6950,'0'17,"18"-17,-1 18,1 0,-18 35,18-36,-18 18,0-17,0 17,0-17,0 17,17-35,1 0,-1 0,1 0,0 0,-1 0,1 0,0 0,-1 0,1 0,0 0,-1 0,1 0,-1 0,-17 18,0 0,0-1,0 1,0 0,-17-18,-1 17,1-17,-1 0,-17 0,17 0,-17 0,17 0,-35 0,0 0,36 0,-36 18,35-18,-17 0,17 0,1 17</inkml:trace>
  <inkml:trace contextRef="#ctx0" brushRef="#br0" timeOffset="96359.6211">17674 6985,'18'-18,"-1"18,19 0,-19 0,1 0,0 0,-1 0,19 0,-19 0,1 0</inkml:trace>
  <inkml:trace contextRef="#ctx0" brushRef="#br0" timeOffset="97871.5768">18027 6914,'0'0,"18"0,-1 0,1 0,0 0,-1 0,1-17,-1 17,1 0,17 0,-17 0,35 0,-35 0,17 0,-18 0,1 0,0 0,-18 35,0-17,0 35,0-18,0 18,0 0,0 0,0 17,0-17,0-18,0 36,0-36,0 1,0-1,0-18</inkml:trace>
  <inkml:trace contextRef="#ctx0" brushRef="#br0" timeOffset="100367.5936">19209 6844,'-18'0,"-35"0,36 0,-19 0,19 0,-19 18,19 17,17 0,0-17,-18-18,18 35,0-17,0-1,-18 19,18-19,0 18,0-17,0 0,0-1,0 1,0 0,18 17,-18-17,18-18,-1 17,1 1,0 0,-1-18,1 0,0 0,-1 0,1 0,-1 0,1 0,-18-18,0 0,0-17,0 0,0 17,0 0,-35 1,17 17,1 0,-19 0,19 0</inkml:trace>
  <inkml:trace contextRef="#ctx0" brushRef="#br0" timeOffset="109191.2305">19597 6950,'0'17,"0"1,0 17,0-17,0 0,0-1,0 1,0-1,0 1,0 0,17-1,-17 1,0 0,18-1,0 1,-1 17,1-35,0 0,-1 0,1 0,0 0,-1 0,-17-17,0-1,0-17,0-1,0 19,-70-36,34 35,-17-17,18 17,18-17,-19 35,19-18,17 1,-18 17,0 0</inkml:trace>
  <inkml:trace contextRef="#ctx0" brushRef="#br0" timeOffset="110559.4532">20020 7038,'0'-18,"0"36,-17 0,17-1,0 1,0-1,0 19,17-1,-17-17,18-18,-1 17,1-17,0 36,-1-36,1 0,0 0,-1 0,1 0,-18-36,0 19,0-19,0 19,0-19,0 19,0-18,-18 17,1 0,-1 18,0 0</inkml:trace>
  <inkml:trace contextRef="#ctx0" brushRef="#br0" timeOffset="111839.6757">20532 6985,'0'18,"0"-1,0 1,0 0,0-1,0 1,0-1,0 1,0 0,17 17,-17-17,18-18,-18 17,35 1,-17-18,0 0,-1 0,1 0,-1 0,1 0,0 0,-18-18,17 18,-17-17,0-36,0 35,0-17,0 0,0 17,0 0,0 1,-17-19,-1 36,0 0,-17-17,18 17,17-18,-18 18,-17-18</inkml:trace>
  <inkml:trace contextRef="#ctx0" brushRef="#br0" timeOffset="113071.1709">21078 6985,'-35'0,"18"0,-1 18,0-1,18 1,0 0,0-1,0 1,0 17,18-17,0 17,-1-17,1 17,-18-17,17-1,1 19,0-36,-1 0,1 0,0-18,17-17,-35 17,0 0,0 1,0-1,0 0,0 1,0-1,0 0,0 1,0-1,-18 1,1-1,-1 18,0-18,1 18</inkml:trace>
  <inkml:trace contextRef="#ctx0" brushRef="#br0" timeOffset="114487.5662">21519 7056,'0'-18,"-17"18,-1 18,18-1,0 1,0-1,-35 1,35 0,0-1,0 1,0 0,0-1,0 19,0-19,0 1,18 0,-1-18,1 0,-1 0,1 0,0 0,-1 0,1 0,0 0,-1 0,1 0,0 0,-1-36,1 1,-1 35,-17-18,0 1,0-19,0 19,18-19,-18 1,18 0,-18 17,0 1,0-1,0 0,-18 18,0 0,1 0,-1 0,1 0,-1 0,0 0,1 0,-1 18,0-18</inkml:trace>
  <inkml:trace contextRef="#ctx0" brushRef="#br0" timeOffset="116039.963">20355 7303,'18'0,"0"0,-18 17,17-17,-17 35,0-17,0 17,0-17,0 17,0-17,-17 0,-1-1,0-17,18 18,-17-18</inkml:trace>
  <inkml:trace contextRef="#ctx0" brushRef="#br0" timeOffset="117358.9871">18838 7549,'0'18,"-17"0,17 17,-18-17,0-18,1 0,-1 17,1-17,-19 18,19 0,-1-18,0 17</inkml:trace>
  <inkml:trace contextRef="#ctx0" brushRef="#br0" timeOffset="118674.7029">16916 7497,'0'17,"0"1,0-1,0 1,0 0,0-1,-18 1,18 0,-18-18,18 17,-17-17,-1 18,1 0,-1-1,18 1,-18-18,18 17,0 1,0 0</inkml:trace>
  <inkml:trace contextRef="#ctx0" brushRef="#br0" timeOffset="128336.0819">3157 9490,'-17'0,"17"17,0 19,-18 34,0 1,1-36,17 36,-18 17,18-35,0-18,0 0,0 18,0-35,0 17,0-17,0-1,0-52,0-18,18 36,-1-1,19 0,-36-17,17 35,1 0,0-35,-1 17,1 18,0 0,17 0,0 0,-17 0,-1 0,1 18,17 17,-17-35,-18 35,0-17,0 0,0-1,0 18,0-17,-18-18,1 0,-1 0,18 18,-18-18,1 0,17 17,-18-17,18 18,-18-18,1 0,-1 0,1 0,-1 0,-17 0,17 0,0 0,1 0,-1 0</inkml:trace>
  <inkml:trace contextRef="#ctx0" brushRef="#br0" timeOffset="129303.8384">3598 10019,'18'0</inkml:trace>
  <inkml:trace contextRef="#ctx0" brushRef="#br0" timeOffset="130206.921">3722 9596,'17'0,"-17"35,36 0,-19 0,1 1,35 34,-53-52,18 17,17 18,-35 0,17-18,1 1,-18-19,0 1,0 17,0-17,0 17,0-17,0-1,-35 1,35 0,-35-1,17 18,0 1,-17-36,17 35,-17-17,17-18,1 35,-18-35,17 18,0-18,1 0,-1 0,0 0,1 0</inkml:trace>
  <inkml:trace contextRef="#ctx0" brushRef="#br0" timeOffset="131103.3875">2663 9701,'0'-17,"-17"17,-18 17,35 1,0 0,0 35,-18-36,0 36,1 0,17-35,-18 52,18-52,-18 35,18 0,0-36,0 19,0-1,0 0,0-17,0 17,18-17,-18-1,18-17,-18 18,17-18,-17 18,18-18,0 17</inkml:trace>
  <inkml:trace contextRef="#ctx0" brushRef="#br0" timeOffset="136047.4416">5786 10231,'17'0,"1"0,-1 0,1 0,0 0,17 17,-35 1,35-18,-17 0,17 0,-17 0,35 0,-36 0,36 17,-17-17,17 18,-1-18,-34 0,0 0,-1 0,1 0,0 0</inkml:trace>
  <inkml:trace contextRef="#ctx0" brushRef="#br0" timeOffset="137222.7525">6844 10354,'18'0,"-1"0,1 0,-1 0,19 0,-19 0,36 0,-35 0,0 0,-1 0,1 0,-1 0,19 0,-19 0,1 0,0 0,-1 0,1 0,17 0,-17 0,17 0,-17-18</inkml:trace>
  <inkml:trace contextRef="#ctx0" brushRef="#br0" timeOffset="138406.6753">7708 10354,'0'0,"18"0,-1 0,19 0,-19 0,19 0,-1 0,-17 0,-1 0,1 0,0 0,-1 0,1 0,-1 0,1 0,17 0,-17 0,17 0,-17 0,17 0,-17 0</inkml:trace>
  <inkml:trace contextRef="#ctx0" brushRef="#br0" timeOffset="139479.2371">8431 10354,'18'0,"0"0,-1 0,19 0,-1 0,0 0,-17 0,-1 0,1 0,0 0,-1 0,1 0,0 0,-1 0,19 0,-19 0,18 0,-17 0,0 0,-1 0,1 0,-18 18</inkml:trace>
  <inkml:trace contextRef="#ctx0" brushRef="#br0" timeOffset="140431.6634">9190 10372,'18'0,"-1"0,1 0,17-18,-17 18,-1 0,1 0,0 0,-1 0,1 0,0 0,-1 0,1 0,-1 0,1 0,0 0,-1 0,1 0,0 0,-1 0,1 0,0 0,-1 0,1 0,52 0</inkml:trace>
  <inkml:trace contextRef="#ctx0" brushRef="#br0" timeOffset="141431.8087">10178 10372,'-18'0,"36"-18,17 18,18 0,0 0,-18 0,0 0,-17 0,0 0,17 0,-17 0,-1 0,1 0,-1 0,1 0,0 0</inkml:trace>
  <inkml:trace contextRef="#ctx0" brushRef="#br0" timeOffset="142472.0072">10936 10389,'18'0,"-1"0,1 0,17 0,-17 0,35 0,-35 0,17 0,35 0,1 0,-1 0,-17 0,-17 0,-19 0</inkml:trace>
  <inkml:trace contextRef="#ctx0" brushRef="#br0" timeOffset="143423.4756">11836 10354,'17'0,"1"0,35 0,0 0,-18 0,18 0,18 0,34 0,1 0,-35 18,17-18,-70 0,17 0,-17 0,17 0</inkml:trace>
  <inkml:trace contextRef="#ctx0" brushRef="#br0" timeOffset="145135.7544">5944 10760,'18'0,"17"0,-35 35,0-17,0 17,18 0,-18-17,0-1,0 19,0-1,0 0,0-17,0 35,0-18,0-17,0-1,0 1,0 0,18-18,-1 0,18 0,-17 0,35 0,-35 0,35 0,-1 0,1 0,-17 0,-1 0,-17 0,-1 0,1 0,-1 0,1 0,0 0,-1 0</inkml:trace>
  <inkml:trace contextRef="#ctx0" brushRef="#br0" timeOffset="146302.5482">7020 10866,'18'-18,"-18"36,0 17,0 0,0-17,0 17,0-17,0 17,0-17,18-1,-18 1,0 0,0-1,0 1,17-18,1 0,17 0,-17 0,17 0,0 0,18 17,-17 1,-19-18,1 0,17 18,-17-18,-1 0,1 0,0 0</inkml:trace>
  <inkml:trace contextRef="#ctx0" brushRef="#br0" timeOffset="147518.7731">7902 10918,'0'53,"0"0,0 0,0-17,-35 34,35-17,-18-18,18-17,18-18,35 0,0-18,-36 18,19 0,-19 0,1 0,0-17,-1 17,19 0,-19 0,1 0,-1 0</inkml:trace>
  <inkml:trace contextRef="#ctx0" brushRef="#br0" timeOffset="149063.1347">8608 10901,'0'53,"0"-36,0 19,0-19,0 19,0-1,0-17,0-1,0 1,0-1,0-52,0 18,0-36,0 17,0 19,0-1,0-17,0 17,0 0,0 1,0-1,17 18,1 0,17 35,-17-17,35 17,-35 1,34-1,-52-17,18 17,0-17,-1-1,-17 1,0-1,-17-17,-19 18,19-18,-1 18,1-18,-1 0,-17 0,17 0,0 0</inkml:trace>
  <inkml:trace contextRef="#ctx0" brushRef="#br0" timeOffset="150582.7706">9402 10883,'17'0,"-17"35,18-17,-18 17,0 1,0-1,0-17,0 17,35 0,-35 0,0-17,0 0,0-1,18-17,-18-17,0-19,0-16,-18 16,18 1,0 17,0-17,-18 35,18-35,0 17,0 0,18 18,17 0,1 18,-19-18,1 18,35 17,-18 0,18 18,-35-53,-1 18,1 0,0-1,-1 1,1-1,0 1,-18 17,-18-35,0 0,-35 0,18 0,17 18,-17 0,0-18,17 0,1 0,17-18</inkml:trace>
  <inkml:trace contextRef="#ctx0" brushRef="#br0" timeOffset="152207.5044">10319 10901,'0'17,"0"1,0 17,0 1,0-1,0 0,0-17,0 0,0-1,0 1,17 17,1-35,-18-18,0-34,0 16,-35-34,35 52,0-17,0 17,0 0,0 1,35 17,-17 17,17 1,18 17,-35-17,-1-18,1 18,-1-1,19 1,-19 0,1-18,0 17,-18 1,0 0,-18-18,-35 35,35-35,-17 0,0 0,17 0,1 0,-1 0,0 0,1 0,17 17</inkml:trace>
  <inkml:trace contextRef="#ctx0" brushRef="#br0" timeOffset="153775.0646">11042 10883,'0'-17,"35"17,-35 35,18 0,-18 0,0 1,0-1,0-17,0 17,0-17,0 17,0-18,0 19,18-19,-18 1,0-36,0 1,0-36,0 0,0 35,0-35,0 0,0 36,-18-54,0 54,18-1,0 0,0 1,18 17,52 53,-17-36,0 36,-17-18,-1 1,0-19,-17 19,35-19,-53 1,17 0,1-18,0 17,-18 1,0-1,-18-17,0 0,-17 18,17 0,-17-18,0 0,-18 0,0 17,0-17,0 18,36-18,-19 0,19 0,-1 0</inkml:trace>
  <inkml:trace contextRef="#ctx0" brushRef="#br0" timeOffset="155734.9496">12153 10866,'0'52,"0"1,0-17,0 17,0 17,0-17,0 18,0-1,0-52,0 17,0-17,0-1,0-34,0-36,0 35,0-17,0-18,0 0,0 18,0 0,0 17,0 0,0-17,0 17,0-35,0 36,0-1,0 0,0 1,0-1,18 1,-1 34,1-17,0 35,35 1,-36-1,19 0,-19-17,1 17,17 1,-17-19,-18 18,35 1,-35-19,18 1,-1 0,1-1,-18 1,0 0,0-1,0 1,-18-1,-17-17,17 0,-17 18,18-18,-19 0,1 18,17-1,1-17,-1 0,0 0,1 0,-1 18,0-18,1 0,-1 0</inkml:trace>
  <inkml:trace contextRef="#ctx0" brushRef="#br0" timeOffset="164550.6732">5697 9666,'0'-18,"18"1,0-1,-1 18,-17-17,36-1,-19 18,1 0,-1-18,1 18,0 0,-1 0,19 0,-19 0,19 0,-19 18,1 0,0-1,-18 18,17 1,-17-1,0-17,0 17,0-17,0-1,-17 1,-1 0,18-1,-18-17,-17 18,17-1,1-17,-1 18,0-18,-17 0,17 0,1 0,17-18,0 1,35 17,-17 0,-1 0,36 17,-17 1,-1 0,-17 17,-1-35,-17 18,18-18,-18 35,17-35</inkml:trace>
  <inkml:trace contextRef="#ctx0" brushRef="#br0" timeOffset="166542.8533">6262 9631,'-18'17,"18"1,-35 17,35-17,-18 0,18-1,-17-17,-1 18,18 0,0-1,0 1,0 0,0-1,0 1,0-1,0 1,0 0,0-1,0 1,0 0,18-1,-18 1,17-18,1 18,0-1,-1-17,1 0,-1-17,-17-1,0-17,0 17,0 0,0 1,0-1,0 0,0 1,-17 17,-1 0,1 0,-1 0,0 0</inkml:trace>
  <inkml:trace contextRef="#ctx0" brushRef="#br0" timeOffset="171663.0632">6791 9860,'18'-17,"-1"-1,-17 0,18 18,-18-17,18 17,-1 0,1 0,-1-36,1 36,0 0,-1 0,1 18,0-18,-1 18,1-1,0 1,-18 0,0-1,0 18,0-17,0 0,0-1,0 1,-18 0,18-1,-18-17,18 18,-17-18,-1 18,0-18,1 0,-19 0,19 0,17-18,0 0,17 18,1 0,0 0,35 0,-36 0,1 36,0-36,-1 35,1-35,-18 17</inkml:trace>
  <inkml:trace contextRef="#ctx0" brushRef="#br0" timeOffset="173231.2115">7232 9754,'-18'0,"1"18,17 0,0-1,-18 1,0 0,18-1,0 1,0 17,0-17,0 17,18-35,0 0,-1 0,1 0,17 18,1-1,-19 1,-17 0,18-18,-1 17,-17 1,0-1,0 1,-17-18,17 18,-18-18,1 0,-1 0,0 0,1 0,-1 0,-17 0,17 0,18-18</inkml:trace>
  <inkml:trace contextRef="#ctx0" brushRef="#br0" timeOffset="174318.8621">7214 9825,'18'0,"17"0,-17 0,0 0,-1 0,1 0,17 0</inkml:trace>
  <inkml:trace contextRef="#ctx0" brushRef="#br0" timeOffset="176870.8888">7726 9948,'0'-17,"0"-1,0 0,0 1,17 17,1 0,0 0,-1 0,1 0,0 0,-1 17,1 1,-18 0,0-1,0 1,0 0,0-1,0 1,0 0,0-1,0 1,0-1,-18-17,-17 18,17-18,1 18,-1-1,0-17,18 18,-35-18,18 0,17-18,35 18,-18 0,19 0,-1 0,-35 18,35 0,-17-18,0 17,17 1</inkml:trace>
  <inkml:trace contextRef="#ctx0" brushRef="#br0" timeOffset="178143.4634">8043 9878,'0'0,"0"17,0 1,-17 17,-1-17,18 17,0-17,0 0,18-1,17-17,0 0,-17 0,0 0,17 18,-18-18,1 17,0-17</inkml:trace>
  <inkml:trace contextRef="#ctx0" brushRef="#br0" timeOffset="179135.1575">8132 9984,'0'17,"0"19,0-19,0 18,0-17,0 17,0-17,0 17,0-17</inkml:trace>
  <inkml:trace contextRef="#ctx0" brushRef="#br0" timeOffset="182582.9938">8502 9790,'18'0,"-18"17,0 1,0 0,0 17,0-18,0 1,0 0,0-1,0 1,0 0,0-1,0 1,0 0,0-1,0 1,0-1,0 1,0 0,0-1,0 1</inkml:trace>
  <inkml:trace contextRef="#ctx0" brushRef="#br0" timeOffset="183910.5353">8714 9860,'-18'18,"18"-1,0 1,0 0,-18-1,18 1,0 0,0-1,0 1,0 0,0-1,0 1,0-1,0 1,18-18,-18 18,18-18,-18 17,35-17,-17 0,-1 0,1 0,-1 0,1-35,-18 17,0 1,0-1,0 1,0-1,0 0,0 1,0-1,0 0,0 1,0-1,0-17,-18 35,1 0,-1 0,1 0</inkml:trace>
  <inkml:trace contextRef="#ctx0" brushRef="#br0" timeOffset="186319.5783">9472 9860,'0'-17,"-18"17,18-18,-17 18,-1-18,1 18,-19-17,-17 17,0-18,36 18,-1 0,1 0,-1 0,0 0,1 0,17 18,0-1,0 1,0 0,0-1,0 18,0-17,35 17,-17-17,-1-18,1 18,-18-1,17-17,1 18,0-18,-1 0,1 0,0 0,-1 0,1 0,17-18,-17 1,-18-1,17 18,-17-18,0 1,0-1,0 0,18 1,-18 34,-18 1,18 35,0-18,0-17,0 17,0-17,0 17,0-17,0-1,0 1,0 0,0-1,0 1,0 0,0-1,0 18</inkml:trace>
  <inkml:trace contextRef="#ctx0" brushRef="#br0" timeOffset="188478.7332">10372 9913,'0'-18,"0"1,0-1,-18 1,0 17,1 0,17-18,-18 18,0 0,1 18,-1 17,18 0,0-17,0 17,0-17,0-1,0 1,18 0,-18-1,17-17,1 18,0-18,-18 17,17-17,-17 18,18 0,0-18,-1 0,-17 17,18-17,-18 18,35-18,-35 18,18-1,-18 1,-18-18,1 0,-1 0,0 0,1 0,-1 0,-17 0,35-35,0 17,0 0,0 1,0-1,0 0,0 1,0-1,0 1,0-1,0 0,0 1,0-1,17 0,-17 1,0-1,0 0</inkml:trace>
  <inkml:trace contextRef="#ctx0" brushRef="#br0" timeOffset="189919.0277">10883 9878,'0'-18,"35"18,-17 0,17 0,1 0,-19 0,1 0,0 0,-1 0,1 18,17-1,-17-17,-1 0,1 0,0 18,-1-18,-17 18,0-1,0 1,0 17,0-17,0 0,0-1,0 18,0-17,0 0,0-1,0 1,0 0,0-1,0 1,0 0</inkml:trace>
  <inkml:trace contextRef="#ctx0" brushRef="#br0" timeOffset="191447.531">12277 9807,'-18'0,"-17"0,17 18,-35 17,18-17,35-1,0 1,-18-18,18 18,0-1,0 1,0 0,0-1,0 19,0-19,0 1,0-1,0 1,0 0,0 17,0-17,0-1,18 1,0 0,-1-18,-17 17,18-17,-1 0,1 0,-18-17,0-1,0 0,0 1,0-1,0 0,0 1</inkml:trace>
  <inkml:trace contextRef="#ctx0" brushRef="#br0" timeOffset="193503.2898">12224 10160,'-18'-18,"0"18,1-17,-18-1,35 0,-18 1,0-1</inkml:trace>
  <inkml:trace contextRef="#ctx0" brushRef="#br0" timeOffset="194471.045">13282 10301,'35'0,"1"0,-19 0,1 0,0 0,-1 0,1 0,-1 0,1 0,0 0</inkml:trace>
  <inkml:trace contextRef="#ctx0" brushRef="#br0" timeOffset="195375.8811">13282 10460,'35'0,"-17"0,17 0,-17 0,17 0,-17 0,17 0,0 0,18 0,-35 0,0 0,-1 0,1 18,-18-1</inkml:trace>
  <inkml:trace contextRef="#ctx0" brushRef="#br0" timeOffset="210214.8581">14781 9843,'0'17,"0"36,0-35,-17 35,17-36,-18 19,0 16,-34 19,52-53,-18 35,0-1,-17 1,35-35,-18 0,18-1,0 1,0 0,18-18,0 0,17 0,-17 0,17 0,-18 0,36 0,0 0,-17 0,-19 0,1 0,0 0,17 0,18 0,-18 0,0 0,1 0,-19 0,18 0,-17 0</inkml:trace>
  <inkml:trace contextRef="#ctx0" brushRef="#br0" timeOffset="211119.3889">15081 10142,'-17'18,"17"0,0 35,0-1,0-34,0 35,0-35,0 17,0 0,0-17,0 0,0-1,0 1,0-1,0 19,0-19,0 19,0-19,0 1</inkml:trace>
  <inkml:trace contextRef="#ctx0" brushRef="#br0" timeOffset="212630.6873">15434 10160,'0'-18,"18"18,-1 0,19 0,-19 0,1 0,17 0,-17 0,17 0,-17 0,17 0,-17 0,17 0,-17 0,-1 0,1 18,-1 0,-17-1,0 19,0-19,0 18,0-17,0 0,0 17,0-17,-17 17,-1 0,18-17,0 0,0 17,0-18,0 19,-17-19</inkml:trace>
  <inkml:trace contextRef="#ctx0" brushRef="#br0" timeOffset="213862.4905">16193 10142,'17'0,"1"36,-18-19,0 1,0 17,17 0,-17 1,0-19,0 19,0-1,0 18,18-18,-18-17,0-1,0 19,18-19,-18 1,0 0,0-1,17-17</inkml:trace>
  <inkml:trace contextRef="#ctx0" brushRef="#br0" timeOffset="215662.76">16669 10248,'0'-17,"17"17,19 0,-19 0,19 0,-19 0,19 0,-19 0,18 0,-17 0,17 0,-35 35,0-18,0 19,0-1,0 0,0 18,0-35,0 17,0-17,0-1,0 1,0 0,0-1,0 1,-17 0,17-1,0 1,0 0,0 17</inkml:trace>
  <inkml:trace contextRef="#ctx0" brushRef="#br0" timeOffset="217318.7039">17515 10142,'-17'0,"-1"0,1 18,-1 35,0-18,1 0,17-17,-36 53,19-36,17-17,0 17,0-17,17-18,1 0,17 0,1 0,-19 0,18 0,-17 0,35 0,-18 0,-17 0,0 0,-1 0,1 0,-1 0,1 0,0 0,-1 0,1 0,0 0</inkml:trace>
  <inkml:trace contextRef="#ctx0" brushRef="#br0" timeOffset="218414.3807">17657 10354,'0'18,"0"-1,0 19,0-1,0 0,-18-17,18-1,0 19,0-19,0 1,0 0,0-1,0 1,0 0,0-1</inkml:trace>
  <inkml:trace contextRef="#ctx0" brushRef="#br0" timeOffset="220086.9925">18239 10142,'-18'18,"18"0,-18-1,1 54,-1-36,0 0,1-17,-1 35,1-53,17 53,-18-53,18 18,0-1,18-17,-1 0,1 0,17 0,0 0,-17 0,35 0,-35 0,-1 0,1 0,-1 0,1 0,0 0,17 0,-35-17,18 17,-1 0,1 0,0 0,-1 0,1 0</inkml:trace>
  <inkml:trace contextRef="#ctx0" brushRef="#br0" timeOffset="221118.9608">18468 10354,'-18'0,"1"0,-1 35,18-17,0 0,-35 17,35 0,0 0,0 1,0-1,0-17,0-1,0 1,0 0,0-1,0 18,0-17</inkml:trace>
  <inkml:trace contextRef="#ctx0" brushRef="#br0" timeOffset="222799.6636">19032 10107,'-17'-18,"-1"18,-17 18,35 0,-18-1,1 19,-19 17,1-18,17 0,1 0,-1 1,0-1,18-17,0-1,0 1,0 0,0 17,0 0,0 0,0-17,0 17,0-17,36 0,-19-18,1 0,0 0,-1 0,19 0,-19 0,1 0,-1 0,19 0,-36-36,17 36,-17-35,0-18,0 18,0 0,0 17,0-17,0 17,0 0,0 1,0-1,0 0,0 1,0-1,0 0</inkml:trace>
  <inkml:trace contextRef="#ctx0" brushRef="#br0" timeOffset="223910.4486">19509 10248,'-18'0,"0"0,-17 0,17 18,1-1,-1 1,-17 0,35-1,-18 19,18-19,-35 19,35-19,-18 1,18 0,0 17,0-18,0 19,0-19,0 19,0-1,0-17,0-1,18 1,0-18,-1 17,1-17,0 0,-1 0,1 0,-1 0,1 0,17 0,1-17,-19-18,1 35,0-36,-18 19,0-19,0 1,0 17,0 1,0-18,0 17,0-17,0 17,0-17,0 17,0-17,-18 17,18-17,-18 17</inkml:trace>
  <inkml:trace contextRef="#ctx0" brushRef="#br0" timeOffset="225278.9666">19808 10248,'18'18,"-18"-1,0 1,0 0,0-1,0 1,0 0,0-1,-18 19,18-19,0 1,0 17,0 0,0 18,0-35,0 0,0-1,0 19,0-19,18-17,0 0,-1 0,1 0,17 0,-17 0,0 0,-1-17,1 17,-18-18,18 0,-18 1,0-19,35 1,-35-18,0 18,0 17,0-17,0 17,0 1,0-1,0-17,0-1,0 19,0-18,0 17,0 0,-18 18,18-17,-17 17,-1 0,-17 0,17 0</inkml:trace>
  <inkml:trace contextRef="#ctx0" brushRef="#br0" timeOffset="227102.7412">18715 10742,'-18'0,"18"18,-17-1,-1 19,18-19,-18 1,18 0,-17-1,17 1,-18-18,18 17,-18-17,1 18</inkml:trace>
  <inkml:trace contextRef="#ctx0" brushRef="#br0" timeOffset="228342.5698">16616 10672,'0'17,"0"18,0-17,0 0,0-1,0 1,0 0,-18-1,1 19,-1-36,0 17,18 1,-17 17,-1-35,0 18,18-1</inkml:trace>
  <inkml:trace contextRef="#ctx0" brushRef="#br0" timeOffset="235374.9461">3334 13194,'0'0,"0"-18,-18 18,0 0,1 0,-1 0,1 0,-1 0,0 0,18 18,-35 0,35 17,0 0,0 0,0 1,0-19,0 1,0 0,0-1,0 18,0-17,0 0,0-1,0 1,0 17,18-17,-1 0,-17-1,18 1,-18 0,18-1,-1 1,1-18,-18 17,35-17,-17 0,-1-17,1-1,-18 1,35-19,-17 19,-18-1,0 0,18 18,-18-17</inkml:trace>
  <inkml:trace contextRef="#ctx0" brushRef="#br0" timeOffset="236055.6549">3528 13406,'17'0,"-17"17,0 1</inkml:trace>
  <inkml:trace contextRef="#ctx0" brushRef="#br0" timeOffset="236911.3306">3651 13123,'18'18,"0"0,-1-1,18 36,-35-18,0-17,0 17,0-17,0 35,0-18,0 0,0 1,0-1,0-17,0-1,-17 1,17 0,-18-1,1 19,-1 16,0-34,-35 17,53-17,-35 17,17-17,-17 0,18-1,-1-17,0 0,1 0,-1 0</inkml:trace>
  <inkml:trace contextRef="#ctx0" brushRef="#br0" timeOffset="237790.3737">3087 13159,'-35'0,"17"17,0 1,1 17,-1 18,0 0,1-18,17 18,0-18,0 18,0-35,0 35,0-35,0 35,0-1,0-34,0 0,0-1,0 1,0 0,35-18,-17 17,-1 1,1-18,0 18,-1-18,1 17,-18 1,17-18</inkml:trace>
  <inkml:trace contextRef="#ctx0" brushRef="#br0" timeOffset="240126.5758">5715 13811,'18'0,"17"0,-17 0,34 0,-16 0,34 0,-17 0,53 0,-53 0,0 36,0-36,-36 0,19 0,-19 0,1 0,0 0,-1 0,-17 17,36-17,-19 0,18 0,-35 18,18-18</inkml:trace>
  <inkml:trace contextRef="#ctx0" brushRef="#br0" timeOffset="242174.5325">7020 13935,'18'0,"17"-18,18 18,-18 0,18 0,18 0,-18 0,0 0,-18 0,0 0,-17 0,17 0,0 0,1 0,-19 0,1 0,17 0,1 0,-19 0,36 0,-35 0,35 0,0 0,-36 0,36 0,-35 0,-1 0</inkml:trace>
  <inkml:trace contextRef="#ctx0" brushRef="#br0" timeOffset="244054.3868">8590 13935,'0'-18,"18"18,-1 0,1 0,0 0,17 0,-17 0,35 0,-18 0,0 0,0 0,1 0,-1 0,-17 0,-1 0,1 0,-1 0,1 0,0 0,-1 0,1 0,0 0,17 0,-17 0,-1 0,1-18,0 18,-1 0,1 0</inkml:trace>
  <inkml:trace contextRef="#ctx0" brushRef="#br0" timeOffset="245406.277">9843 13935,'17'0,"18"-18,-17 18,35 0,0 0,0 0,-18 0,0 0,-17 0,0 0,-1 0,1 0,0 0,-1 0,1 0,17 0,-17 0,17 0,-17 0,-1 0,1 0,0 0</inkml:trace>
  <inkml:trace contextRef="#ctx0" brushRef="#br0" timeOffset="246214.6254">10936 13882,'18'0,"-1"0,19 0,-1 0,18 0,35 0,0 0,18 0,0 0,-18 0,-17 0,35 0,-71 0,-18 0,19 0</inkml:trace>
  <inkml:trace contextRef="#ctx0" brushRef="#br0" timeOffset="247014.9316">12277 13882,'17'0,"1"0,17 0,-17 0,35 0,0 0,0 0,0 0,-1-18,19 18,-18 0,-18 0,18 0,-18 0,-17 0,17 0,-17 0</inkml:trace>
  <inkml:trace contextRef="#ctx0" brushRef="#br0" timeOffset="247766.2859">13194 13864,'18'0,"-1"-17,1 17,17 0,18 0,0 0,17 0,54 0,-36 0,0 0,-17 0,17 0,0 0,-17 0,-1 0,19 0,-54 0</inkml:trace>
  <inkml:trace contextRef="#ctx0" brushRef="#br0" timeOffset="248750.7265">14570 13829,'17'0,"1"0,17 0,-17 0,17 0,18 0,35 0,36 18,-1-18,-35 17,18 18,-88-35,0 0,-18 18</inkml:trace>
  <inkml:trace contextRef="#ctx0" brushRef="#br0" timeOffset="250582.6908">6156 14340,'0'36,"0"-19,0 19,0-1,0 35,0-17,0 0,0-17,0 16,0-16,0-19,0 19,0-19,0 1,0 0,18-18,17 0,18 0,-18 0,89 0,-36 0,0 0,53 0,-35 0,-36 0,-17 0,-35 0,-18-18</inkml:trace>
  <inkml:trace contextRef="#ctx0" brushRef="#br0" timeOffset="251710.3178">7514 14429,'0'17,"0"1,0 17,0 0,0 18,0-17,0 17,0-18,0-18,0 36,0-35,0 0,0-1,0 1,0 0,18-1,-1-17,1 0,17 0,1 0,17 0,-1 0,1 0,-17 0,17 0,-18 0,-17 0,17 0,-18 0,1 0,0 0</inkml:trace>
  <inkml:trace contextRef="#ctx0" brushRef="#br0" timeOffset="252998.5426">8961 14358,'0'18,"0"35,0 0,0-18,0 18,0-18,0 0,0-17,0 17,-18-17,18 17,35-35,0 0,1 0,-19 0,36 0,-35 0,0 0,-1 0,1 0,17 0,-17 0,17 0</inkml:trace>
  <inkml:trace contextRef="#ctx0" brushRef="#br0" timeOffset="254599.0292">10125 14411,'0'18,"0"17,0 0,0 0,0-17,0 17,0-17,0 35,0-35,0 17,0-18,0 19,0-19,0 1,0 0,0-54,0-34,0 17,0 18,0-18,0 0,0 35,0 1,0-1,0 0,0 1,35 17,-17 0,-1 35,19-17,-1 34,0-34,0 17,-17 1,35-1,-53-17,18-18,-1 35,1-35,0 17,-18 1,0 0,-18-1,18 19,-18-36,1 0,-19 0,19 0,-36 0,35 0,-17 0,17 0,-17 0,17 0</inkml:trace>
  <inkml:trace contextRef="#ctx0" brushRef="#br0" timeOffset="256966.7682">11342 14446,'0'18,"0"17,0 0,0-17,0 17,0 18,0-35,0 35,0-36,0 19,-18-1,18 0,0-17,0-36,18 1,-18-19,0 1,0 17,0-17,0 0,0 0,0 17,0 0,0-17,0 17,0 1,0-1,0-35,0 36,17-1,1 18,35 35,-18 1,-17 16,17-16,-35-19,35 19,-17-19,0 19,-18-19,0 1,0-1,0 1,0 0,0 17,-18-35,0 18,-17-18,18 0,-1 0,0 0,1 0,-1 0,0 0,1 0,-1 0,0 0</inkml:trace>
  <inkml:trace contextRef="#ctx0" brushRef="#br0" timeOffset="258598.7786">12471 14446,'0'36,"0"16,0-16,0-1,0 0,0 1,0-19,17 18,1 1,-18-19,0 1,18-18,-18-35,0-1,0 1,0-18,0 36,0-1,0 0,0 1,0-19,0 19,0-1,0 1,-18-1,0 0,36 18,0 0,-1 18,19 17,-1 0,0 1,-17-19,17 19,-17-1,-1-35,-17 18,18-18,-18 17,18-17,-18 18,0-1,0 1,0 0,0 17,0-17,0-1,0 1,0 0,-18-18,0 0,1 0,-1-18,-17 18,17-35,0 35,1 0,17-18,-18 18,18-18</inkml:trace>
  <inkml:trace contextRef="#ctx0" brushRef="#br0" timeOffset="260191.2057">13776 14340,'18'0,"-18"18,0 17,0-17,0 17,0 1,0-1,0 0,0 0,0 1,0-1,0-17,17-18,-17-18,0-53,0 36,0-35,0 17,0 0,0 35,0-35,0 36,18 17,0 35,17 0,-18-17,19 17,-19 0,1 18,0-35,-1-1,1 1,0 0,-1-1,-17 1,18 0,-18-1,0 1,0 0,0-1,0 1,0-1,-35-17,-1 0,19 0,-19 0,19 0,-19 0,19 0,-1 0,1 0,-1 0,0 18,18 0,36-18</inkml:trace>
  <inkml:trace contextRef="#ctx0" brushRef="#br0" timeOffset="261734.9661">14923 14358,'0'18,"0"35,0-18,0 35,0-34,0-1,0-17,17 17,-17 0,0 0,0-17,0 17,0-88,0 18,0 18,0-36,0 0,0 17,0 1,0 0,0 17,0 1,0-19,18 36,-1 0,1 36,35 17,-35-18,-1 18,19-18,-19 18,18-18,-17 0,35 18,-35 0,-1-17,-70-1,18-35,17 0,-17 0,-18 0,18 0,-18 0,35 0,-34 0,16 0,1 0,17 0,1 0,-1 0,18-18</inkml:trace>
  <inkml:trace contextRef="#ctx0" brushRef="#br0" timeOffset="271014.6482">5750 13229,'0'-17,"0"-1,0 0,18 1,0-1,-1 18,1 0,-1 0,1 0,0 0,-1 0,1 0,-18 18,35-1,-35 1,36 0,-36-1,0 1,0-1,0 19,0-19,0 36,0 0,0-35,-18 17,18 0,0-17,-35 0,35-1,-18 1,0-18,18 18,-17-18,17 17,-18-17,0 0,1 0,-1 0,-35 0,18-17,17 17,-17-18,35 0,0 1,18-1,-1 18,19 0,-19 0,19 0,-19 0,1 0,17 0,-17 18,17-18,-17 17,-1-17,1 0,0 18,-18 0,17-18,1 0,-18 17,18-17</inkml:trace>
  <inkml:trace contextRef="#ctx0" brushRef="#br0" timeOffset="272271.5185">6297 13176,'-18'0,"1"0,-1 0,1 18,17 0,-36-1,36 18,0-17,-17-18,-1 35,18 1,-35 17,17-18,18-18,0 1,0 17,0 1,0-19,0 19,0-19,18 19,-18-19,17 1,19-18,-1 35,-17-35,17 0,-18 0,19 0,-36-35,0 0,0-1,0-17,0 36,0-36,0 35,0-17,0 17,0 1,-18 17,0 0,1 0,-1 0,1 17,-1-17,0 18,1-1,-19 19,36-19,0 1,0 0</inkml:trace>
  <inkml:trace contextRef="#ctx0" brushRef="#br0" timeOffset="273759.194">7003 13282,'17'-35,"1"17,0 1,-1-1,18 0,-17 1,0 17,-1 0,1 17,-18 1,35 0,-35-1,0 1,0-1,0 36,0-17,0-1,0-17,0 17,0 0,0-17,0-1,0 1,-17 17,-1-35,0 0,1 18,-1-18,18-18,0-17,0 17,0-17,18 35,17 0,0 0,1 18,-1-1,-17 1,-1-18,1 0</inkml:trace>
  <inkml:trace contextRef="#ctx0" brushRef="#br0" timeOffset="275039.6783">7444 13159,'0'-18,"-18"18,0 0,18 18,-17 17,-19 0,19-17,-1 17,18-17,0-1,-17 1,17 17,0-17,0 35,0-18,-18 0,18 1,0-1,0 0,0-17,0 0,0-1,0 1,18-18,-1 0,1 0,-1 0,1 0,0 0,-1 0,19 0,-19 0,1 0,0 0,-1 0,1 0,-18-18,0-17,17 0,-17 17,0 0,0 1,0-1,0 0,0 1,0-1,-17 18,-1 0,1 0,-1 0,0 0,1 0,-1 0,0 18,1-18,17 17,-36 19,19-19,17 19,-18-19</inkml:trace>
  <inkml:trace contextRef="#ctx0" brushRef="#br0" timeOffset="276631.3121">8502 13317,'0'-17,"0"-1,18 0,-1 18,19-35,-1 35,-18 0,1 0,0 0,-1 0,1 0,0 18,-1 17,-17 0,0-17,0 17,0-17,0 0,0-1,0 18,0-17,-17 0,17-1,-18-17,0 18,1 0,-19-1,36 1,-35-18,18 0,-1 35,18-70,0 17,0 1,35 17,-17 0,17 0,-17 0,17 0,-17 0,-18 17,17-17,1 18,0-18</inkml:trace>
  <inkml:trace contextRef="#ctx0" brushRef="#br0" timeOffset="277942.4404">9031 13176,'0'0,"-18"0,-17 0,18 18,17 0,-18 34,0-52,18 36,0 17,-17-18,17 18,0-36,0 19,0-19,0 36,0-35,0 0,17 17,1-17,-18-1,35 1,-35-1,18-17,-18 18,17-18,1 0,0 0,-18-18,0 1,0-1,35-35,-35 36,0-1,0 0,0 1,0-1,0 0,-18 18,1 0,-1-17,0 17,1 0,-1 0,1-18,-1 18,0 0,1 0,-1 0</inkml:trace>
  <inkml:trace contextRef="#ctx0" brushRef="#br0" timeOffset="278950.8784">9843 13176,'0'36,"0"16,0-16,-18-1,18 0,-18 1,18-19,0 1,0-1,0 1,0 0,0-1,0 1,0 0,0-1,0 1</inkml:trace>
  <inkml:trace contextRef="#ctx0" brushRef="#br0" timeOffset="280078.4885">10019 13300,'0'17,"0"1,0 17,-18-17,18 0,0 17,0 0,0-17,0 17,0-17,0-1,0 19,18-19,0 1,-1 0,1-1,-1-17,1 0,0 0,-18-17,0-19,0 19,0-19,0 19,0-1,0-17,0-1,0 19,0-1,0-17,-18 35,0-18,18 1,-17 17,17-18</inkml:trace>
  <inkml:trace contextRef="#ctx0" brushRef="#br0" timeOffset="281911.7809">11307 13229,'0'0,"-18"0,0-35,1 17,-1 18,0-17,1-1,-1 18,0 0,1 0,-18 0,17 0,0 0,-17 0,0 18,17 17,18-17,0 17,0-18,0 1,0 0,0-1,0 19,0-1,0-17,18-1,-1-17,1 0,0 0,-1 0,1 0,0 0,-18-17,0-1,35-17,-18 17,19 0,-19 1,1 17,0-18,-1 0,-17 1,18 17,-18 17,0 19,0-1,0-17,0-1,0 1,0 0,0-1,0 1,0-1,0 1,0 0,0-1,0 1,0 0,0 17,0-17,0-1,0 1,0 0</inkml:trace>
  <inkml:trace contextRef="#ctx0" brushRef="#br0" timeOffset="283823.3005">12506 13229,'0'0,"0"-17,-18 17,1-18,17 0,-18 18,-17-17,0-1,-1 18,-17-18,0 1,18 17,17 0,1 0,-1 0,18 17,0 1,0 17,0 1,18-19,-18 1,17-1,1 19,0-36,-18 17,17-17,-17 18,18-18,17 35,-17-35,0 18,-1 0,1-18,0 17,-1-17,1 35,-1-35,-17 18,0 0,18-1,0 1,-18 0,17-18,-17 17,0 19,-17-36,-1 0,0 0,1 0,-18-53,35 17,0 19,0-1,0 0,0 1,17-1,1 1,-1 17,-17-18,0 0,0 1,0-1,0 0,0 1,0-1,0-17</inkml:trace>
  <inkml:trace contextRef="#ctx0" brushRef="#br0" timeOffset="285191.3136">13247 13212,'17'-18,"-17"0,18 18,17 0,-17 0,0 0,-1 0,36 0,-18 0,-17 0,17 0,-17 0,-18 18,35-18,-17 18,17-1,-35 1,0 17,0-17,0-1,0 1,0 35,0-35,0 34,0-34,0 0,0-1,0 1,0 0,0-1,0 1,0 17,0-17</inkml:trace>
  <inkml:trace contextRef="#ctx0" brushRef="#br0" timeOffset="286710.6853">14799 13159,'0'-18,"0"36,0-1,0 19,0-19,-18 1,18 17,0 18,0-35,0-1,0 1,0 0,0-1,0 1,0 35,18-36,0 1,17-18,-17 0,-1 0,1-18,-18 1,0-1,0 0,0 1,0-1,0 1,0-1,-18 18,1 0,-1 0,0 0,1 0</inkml:trace>
  <inkml:trace contextRef="#ctx0" brushRef="#br0" timeOffset="288135.8554">15593 13458,'17'0,"1"-17,0 17,-1 0,1-18,0 18,-1 0,1 0,-18 18,0-1</inkml:trace>
  <inkml:trace contextRef="#ctx0" brushRef="#br0" timeOffset="289238.4487">15646 13600,'17'0,"1"0,0 0,-18-18,17 18,1 0,0 0,-1 0,1 0</inkml:trace>
  <inkml:trace contextRef="#ctx0" brushRef="#br0" timeOffset="303207.5881">16704 13194,'-18'0,"18"18,0-1,-17 18,17 1,0-1,-36 0,19-17,17 17,0 18,0-35,-18-1,18 19,-17-19,17 1,0 0,17-18,18-18,-17 18,17 0,1-18,-1 18,-17 0,-1 0,1 0,0 0,-1 18,1-18,17 18,-17 17,-1-35,1 35,0 0,-18 1,0-19,0 19,0-19,0 19,0-19,-18 1,0-18,-17 35,0-35,17 18,-17-18,17 0,1 0,-1 0,0 0,1 0,-1-18,18 0,0 1</inkml:trace>
  <inkml:trace contextRef="#ctx0" brushRef="#br0" timeOffset="304214.63">16669 13229,'35'0,"0"0,-17 0,0 0,-1 0,1 0,0 0,-1 0,18 18,-17-18,0 0,-1 0,1 0,17 17</inkml:trace>
  <inkml:trace contextRef="#ctx0" brushRef="#br0" timeOffset="305950.4007">17392 13423,'18'-35,"17"17,0 18,0 0,-17 0,35 0,-35 0,17 0,-35 36,0-19,0 18,0-17,0 0,0-1,0 1,-18-18,1 18,-1-1,0 1,1 0,34-36,1 18,0 0,35 0,-18 18,-18-1,1 1,0 0,-18-1,0 1,0-1,0 1,0 0,0-1,-18 1,0-18,18 18,-17-18,-1 0,-17 0,17 0,-17 0,17 0,1 0,-1 0,0 17</inkml:trace>
  <inkml:trace contextRef="#ctx0" brushRef="#br0" timeOffset="307200.1675">18203 13370,'-17'-17,"-1"17,18 35,-18-35,18 18,0 52,0-17,-17-35,-1 35,18-36,0 19,-17-1,17 0,0 0,0-17,0 0,0-1,17-34,-17-1,18-17</inkml:trace>
  <inkml:trace contextRef="#ctx0" brushRef="#br0" timeOffset="308486.2031">18909 13159,'0'0,"-18"0,1 0,-1 17,18 1,-18-18,1 18,-1-1,-17 36,17-53,18 35,-17 18,-1-35,0 0,1 17,17-18,0 1,-18-18,18 18,35-18,-17 0,17 0,-17 17,35-17,-36 0,19 0,-19 0,1 0,0 0,-1 0,18 0,36 36,-18-36,-18 0,18 35,-35-35,-1 0</inkml:trace>
  <inkml:trace contextRef="#ctx0" brushRef="#br0" timeOffset="309176.3535">19138 13406,'-17'0,"17"17,-18 18,0 1,18-19,-17 19,17-1,-18 18,18-18,-18 0,18-17,0 0,0 17,0 0,0 1,0-19,0 1,0-1,18-17,17-17</inkml:trace>
  <inkml:trace contextRef="#ctx0" brushRef="#br0" timeOffset="311125.9815">19808 13229,'0'0,"-17"0,17-17,-18 17,1 0,-1 0,0 0,1 0,-1 35,0-18,1 19,-1-19,0 1,1 0,17 17,-35-17,35-1,0 1,17-1,-17 1,18 17,-1-17,1-18,0 35,-1-35,1 0,0 0,-1 0,1 0,17-17,-35-1,18 0,-18 1,0-1,17-17,1 35,-18-35,0 17,0 36,0 17,0-18,0 19,0-1,0 0,0-17,0 17,0-17,0 17,0-17,0 17,0-17,0-1,0 1,0 0,0 17,0-17,0-1,0 1,0-1</inkml:trace>
  <inkml:trace contextRef="#ctx0" brushRef="#br0" timeOffset="313270.3021">20532 13423,'0'0,"-18"0,18-17,-18 17,1-18,-1 0,-17 18,-18-17,18-1,-18 0,17 18,-16 0,-1-35,17 35,1-18,17 18,1 0,-1 0,18 18,0 35,0-18,0-17,0 17,0 0,18-17,-18 0,17 17,1-17,0-18,-18 17,35 1,-35 0,18-1,17 19,-35-19,18-17,17 18,-18-1,1 1,0 0,-1-18,1 17,0 1,-1 0,-17-1,18 1,-18 0,18-18,-18 17,-18 1,0-18,1 0,-1 0,0 0,1 0,-1 0,-17 0,17 0,1 0,-1 0,18-18,0 1,0-1,0 0,0 1,18-19,-1 1,-17 17,18 1,-1-1,-17 1,18-1,0 18,-1-18,19 1,-1-19,53 1,-53 0,-17 17,0 0,-1 18,-17-17,-17 17</inkml:trace>
  <inkml:trace contextRef="#ctx0" brushRef="#br0" timeOffset="314814.3387">20796 13476,'18'0,"0"0,-1 0,1 0,17 0,-35 18,18-18,17 17,-17 1,-1 0,1-1,-18 1,0 17,0-17,0 0,0 17,0-18,0 1,0 0,0 17,0-17,0-1,0 1,-18 17,1-35,-1 0,0 18,1-18,-1 0,18 17,-35-17,17 0,18-17,0-1,0 1,18 17,-1 0,1 0,0 0,-1 0,1 0,0 0,-1 0,1 17</inkml:trace>
  <inkml:trace contextRef="#ctx0" brushRef="#br0" timeOffset="316655.0337">20990 13917,'0'-18,"36"18,-19 0,1 0,-1 0,1 0,0 18,-1-18,-17 18,36-18,-19 17,1 1,0 0,-18-36</inkml:trace>
  <inkml:trace contextRef="#ctx0" brushRef="#br0" timeOffset="317806.5055">21343 13388,'0'18,"0"17,0-18,0 36,0-17,0 17,0 0,0-36,0 36,0-18,0-17,18-18,-1 0,19 0,-1 0,-17 0,-1 0,1 0,-1 0,1 0,0 0,-1 0,1 0,0 0,-1 0,1 0,0 0,-1 0,1 0</inkml:trace>
  <inkml:trace contextRef="#ctx0" brushRef="#br0" timeOffset="318734.1195">21572 13635,'0'-18,"18"18,-18 18,18 17,-18 0,0-17,0 0,0-1,0 19,0-19,0 1,0 0,0-1,0 1,0-1,0 1,0 0,0-1,0 1</inkml:trace>
  <inkml:trace contextRef="#ctx0" brushRef="#br0" timeOffset="320470.4948">22084 13511,'-18'-17,"1"17,-1 0,0 35,18 0,0-17,-17 17,17-17,0 17,0-17,-18-1,18 1,0 0,0-1,0 1,0 0,0-1,0 1,0 0,18-1,-18 1,17-18,1 17,0-17,-1 18,1-18,17 18,0-18,-17 0,0 0,-1 0,-17-18,0 0,0-17,0 18,0-19,0 19,0-19,0 19,0-1,0 0,0 1,0-1,0 1,0-1,0 0,0 1,0-1,-17 0,-1 18,0 0,1 0</inkml:trace>
  <inkml:trace contextRef="#ctx0" brushRef="#br0" timeOffset="325214.388">20743 13970,'0'18,"0"-1,0 19,0-19,-17 1,-1-1,0 1,1 17,-1-35,-17 18,35 0,-18-18</inkml:trace>
  <inkml:trace contextRef="#ctx0" brushRef="#br0" timeOffset="326295.1262">18697 13882,'-17'0,"17"35,0-17,0 17,-18-35,18 18,-18 17,18-17,-17-1,-1 1,0-18,1 17,-1 1,0-18,1 0,-1 0,1 18,17-1</inkml:trace>
  <inkml:trace contextRef="#ctx0" brushRef="#br0" timeOffset="332630.2659">3510 16581,'0'-18,"0"0,-17 18,-1 0,0 0,1 0,-1 0,18 18,0 17,0 0,0-17,0 17,0-17,0 35,0-35,0 17,18 0,-1-17,1-1,0 1,-1 17,18-35,1 0,-19 0,-17-35,0-18,0 18,0-18,0 35,0-17,0 17,0-35,18 36,-18-1,0 1,0-1,0 0,0-17,0 17,0 1,0-19,-18 19,18-1,0-17,0 17,-17 18,34 53,-17-18,18 18,-18 18,0-1,0-17,0-35,0 35,0-35,0-1,0 1,0 0,0-1,0 1,18-1,-18 1,17-18,-17 18,18-1,-18 1,35 35,-17-35,-1-1,1-17,-18 18</inkml:trace>
  <inkml:trace contextRef="#ctx0" brushRef="#br0" timeOffset="333510.6492">3792 16880,'18'0,"-36"-17,18-1,0 1</inkml:trace>
  <inkml:trace contextRef="#ctx0" brushRef="#br0" timeOffset="334471.0861">3881 16298,'17'-17,"18"17,1 0,-1 17,-17 1,17 17,0-17,1 35,-19-18,1-17,17 35,-17-36,-18 19,17-1,1 0,-18-17,0 17,0-17,0 17,0 18,0-18,0 0,0-17,0 17,-18-17,18 0,-17-1,-1 19,0-36,18 17,-17-17,-1 18,1-18,-1 17,0 1,1 0,-1-18,18 17,-35 1,17-18,0 0,1 18,-1-1,0-17,1 18</inkml:trace>
  <inkml:trace contextRef="#ctx0" brushRef="#br0" timeOffset="335726.8343">3210 16351,'18'0,"-18"36,0-19,0 1,0 17,-35 18,35-35,0-1,0 36,0-18,0-17,0 17,0-17,0 17,0-17,0 35,0-18,17-17,-17-1,36 1,-36 0,35 17,-18 0,1-17,-18 0,18-1,-1 1,-17-1,18-17,0 18,-1 17,1-35,0 18</inkml:trace>
  <inkml:trace contextRef="#ctx0" brushRef="#br0" timeOffset="339030.9737">5874 16739,'35'0,"-17"0,17 0,-17 0,17 0,-17 0,34 0,-34 0,17 0,-17 36,0-36,-1 0,1 0,17 0,-17 0,-1 0,36 17,-35-17,0 0,17 0,-17 0,-1 0,-17 18,18-18,-1 0,1 0</inkml:trace>
  <inkml:trace contextRef="#ctx0" brushRef="#br0" timeOffset="339982.7282">7020 16845,'36'0,"-1"0,18 0,17 0,1 18,-1-18,1 0,17 17,-17-17,-18 0,-36 0,1 0,0 0,-1 0,1 0,-1 0</inkml:trace>
  <inkml:trace contextRef="#ctx0" brushRef="#br0" timeOffset="341366.6908">7955 16880,'18'0,"-1"0,1 0,0 0,17 0,0 0,-17 0,0 0,-1 0,1 0,-1 0,1 0,0 0,-1 0,1 0,0 0,-1 0,1 0,0 0,-1 0,18 0,-17 0,17 0,-17 0,0 0,-1 0,1 0,0 0,-1 0,1 0,17 0,-17 18</inkml:trace>
  <inkml:trace contextRef="#ctx0" brushRef="#br0" timeOffset="342926.3794">9137 16880,'35'0,"-17"0,17 0,-17 0,-1 0,1 0,0 0,17 0,-17 0,17 0,0 0,-17 0,-1 0,1 0,17 0,-17 0,0 0,-1 0,1 0,0 0</inkml:trace>
  <inkml:trace contextRef="#ctx0" brushRef="#br0" timeOffset="344086.1141">9984 16880,'0'18,"17"-18,19 0,-1 0,-18 0,19 0,-1 0,0 0,-17 0,17 0,-17 0,17 0,-17 0,17 0,-17 0,17 0,-17 0,-1 0,19 0,-19 0,1 0</inkml:trace>
  <inkml:trace contextRef="#ctx0" brushRef="#br0" timeOffset="344998.5912">10989 16863,'18'0,"-1"0,19 0,-19 0,36 0,0 0,0 0,-18 0,18 0,-35 0,52 0,-34 0,17 17,-18-17,0 0,0 0,18 0,-17 0,-19 0,1 0,0 18,-1-18</inkml:trace>
  <inkml:trace contextRef="#ctx0" brushRef="#br0" timeOffset="346005.8986">12224 16916,'0'-18,"17"18,19 0,-19 0,36 0,-17 0,34 0,-35 0,36 0,-36 0,0 18,1-18,-19 0,1 0,17 0,1-18</inkml:trace>
  <inkml:trace contextRef="#ctx0" brushRef="#br0" timeOffset="347982.363">13141 16916,'18'0,"17"0,-17 0,17 0,18 0,-18 0,0 0,1 0,16 0,-16-36,-1 36,-17 0,-1 0,-17-17,18 17,0 0,-1 0,1 0,0 0,17 0,18 0,-18-18,0 1</inkml:trace>
  <inkml:trace contextRef="#ctx0" brushRef="#br0" timeOffset="350526.3486">6332 17145,'0'35,"18"-17,-18 0,0-1,0 18,0-17,0 0,0 17,0-17,0-1,0 19,0-19,0 19,0-19,0 18,0-17,0 17,18-17,-1-18,1 0,0 0,17 0,-18 0,1 0,17 0,1 0,-19 0,1 0,0 0,-18-18,17 18,1 0,0 0,-1 0,18 0</inkml:trace>
  <inkml:trace contextRef="#ctx0" brushRef="#br0" timeOffset="351759.4241">7479 17216,'18'0,"-18"35,17-18,1 36,-18-35,0 17,0-17,0 17,0 1,0 16,0-16,0-1,0 18,0-35,0-1,17-17,1 0,0 0,-1 0,1 0,0 0,17 0,-17 0,34 0,-34 0,17 0,-17 0,0 0,17-17,-35-1,18 18,-1 0,1 0,0 0,52 0,-17 0</inkml:trace>
  <inkml:trace contextRef="#ctx0" brushRef="#br0" timeOffset="353038.7427">8449 17163,'0'35,"0"-17,0 34,0-16,0-1,0 18,0-18,0 36,0-36,0 18,0-35,0-1,0 1,18-18,17 0,0 0,1 0,-19 0,18 0,-17 0,17 0,-17 0,17 0,-17 0,0 0,-1 0,1 0,-1 0</inkml:trace>
  <inkml:trace contextRef="#ctx0" brushRef="#br0" timeOffset="354518.9237">9419 17233,'0'18,"0"35,0-18,-17 0,17 1,0-1,0 0,0 18,0-35,0 17,0-17,0 17,0-17,0-71,0 17,0 1,0 0,0 0,0-1,0 19,0-1,17 0,1 18,-1 0,19 0,-19 0,19 36,-19-19,19 1,-36 0,17-1,-17 1,18-1,-1 1,-17 0,0-1,0 19,0-19,-17 1,-1-18,-17 18,17-18,1 17,-36 1,17-18,1 17,18 1,-1-18,0 0,1 0</inkml:trace>
  <inkml:trace contextRef="#ctx0" brushRef="#br0" timeOffset="355950.9837">10336 17339,'-17'0,"17"18,0-1,0 36,0 0,0 0,0-18,0 1,0 17,0-36,0 1,0-1,0 1,0-71,0 0,0 18,0-18,-18 0,18 36,0-19,0 19,0-19,18 36,-1 0,1 0,17 0,1 36,-19-19,19 36,-1-18,-35-17,17 0,1-1,0-17,-1 36,-17-1,0-17,0-1,-17 1,-19-1,1 1,0-18,17 0,1 0,-1 0,0 0,1 0,-1 0,0 0,1 0</inkml:trace>
  <inkml:trace contextRef="#ctx0" brushRef="#br0" timeOffset="357462.6272">11359 17445,'0'18,"0"34,0-16,0 17,0-18,0-17,0 17,0-18,0 1,0-36,0-52,0 17,0 18,0-36,0 18,0 0,0 0,0 36,0-36,0 35,18 18,0 18,17 70,0-53,-35-17,36 17,-36-17,35 17,-18-17,1-1,0 1,-1 0,-17-1,18-17,-18 18,0 0,0-1,0 1,0 0,-35-18,-1 0,-16 0,34 17,-53-17,1 0,17 0,0 0,0 0,35 0,1 0,34 0</inkml:trace>
  <inkml:trace contextRef="#ctx0" brushRef="#br0" timeOffset="358911.2316">12488 17339,'0'18,"0"35,0-18,0 0,0 0,-17 36,17-36,0 1,0-19,0 1,0-1,0 1,0 0,0-36,0 0,0-17,0 0,0-18,0 0,0 0,0 18,0-18,0 0,0 35,0-17,0 17,0-17,0 18,0-1,35 18,0 0,-35 18,18 17,0-18,-1 19,1-1,17-17,-35-1,18 1,-1 0,1 17,0-17,-1-1,-17 1,18-18,-18 17,18 19,-18-1,-36-17,19-1,-1 1,-17 17,17-17,0-18,-17 35,18-35,-1 18,0-18,1 0,-1 0,-17 0,17 0,-17 0,52 0,72 0,-19-18</inkml:trace>
  <inkml:trace contextRef="#ctx0" brushRef="#br0" timeOffset="360461.875">13423 17304,'0'17,"0"36,0-35,0 35,0 0,0-18,0 18,0-35,0-1,0 1,0 0,0-36,0 0,0-17,0 17,0-35,0 18,-17 0,17 17,0 1,0-1,0 0,17 18,18 0,-17 0,0 18,-1 0,1-1,17 19,-17-19,0 1,-1-1,1 1,0 0,-18-1,0 1,0 17,-18-35,0 0,-35 18,18-18,17 35,1-35,-1 0,0 18</inkml:trace>
  <inkml:trace contextRef="#ctx0" brushRef="#br0" timeOffset="369510.1003">5891 16228,'0'-18,"0"1,18 17,0 0,-1 0,1 0,0 0,-1 0,1 0,0 0,-1 0,-17 17,18 1,-18 17,17-17,-17 17,0-17,0-1,0 1,0 0,0 17,0-18,-35 1,18-18,17 18,-18-18,0 0,1 0,17-18,0 0,0 1,17 17,19 0,-19 0,18 17,-17-17,17 0,-17 18,0-18,-18 18,17-1</inkml:trace>
  <inkml:trace contextRef="#ctx0" brushRef="#br0" timeOffset="370814.4681">6262 16157,'0'36,"0"-19,0 1,0 17,-18-35,18 35,0-17,0 35,-35-18,35-17,0-1,0 1,0 0,0-1,0 1,18-18,-1 35,1-17,17-18,-17 18,-1-1,1-17,0 0,-1 0,1 0,0 0,-1-35,-17 17,0-17,0 17,0-17,0 17,0 1,0-18,-17 35,-1 0,0 0,1 0,-19 0,19 0,17 17,-18-17,0 18,1-1,-1 1,1 0,-1-18,18 17,18-17</inkml:trace>
  <inkml:trace contextRef="#ctx0" brushRef="#br0" timeOffset="372358.0858">7108 16369,'0'-18,"0"1,18-1,0 0,-1 18,1-17,0 17,-1 0,1 0,17 0,1 0,-19 17,1 1,-1 0,-17-1,0 19,0-1,0-18,0 1,0 0,0 17,-17 0,-1 1,1-19,17 1,-18-1,0-17,1 0,-1 0,0 0,1 0,17-17,0-18,17 35,19 0,-1 0,0 0,-17 0,-1 0,1 0,0 17,17 1</inkml:trace>
  <inkml:trace contextRef="#ctx0" brushRef="#br0" timeOffset="373662.4454">7549 16316,'0'18,"0"17,-17-35,17 18,-18 17,18-18,0 1,0 0,0-1,0 1,0 0,0-1,18-17,-1 0,1 0,0 0,-1 0,1 0,0 0,-18 18,0 0,17-1,-17 1,0-1,0 19,0-19,-17-17,-1 0,18 18,-18-18,1 0,-1 18,0-18,1 0,-18 0,17 0,-35-18,53 0,0 1</inkml:trace>
  <inkml:trace contextRef="#ctx0" brushRef="#br0" timeOffset="374389.9979">7497 16369,'17'0,"1"0,-1 0,1 0,17 0,-17 0,0 0,-1 0,1 0,0 0,-1 0,1 0</inkml:trace>
  <inkml:trace contextRef="#ctx0" brushRef="#br0" timeOffset="375894.8865">8026 16387,'0'0,"0"-18,0 0,17 1,1 17,17 0,-17 0,0 17,-1 1,-17 0,0-1,18 18,-18 1,0-19,0 1,0 17,0 1,0-19,0 1,-18-1,1 1,17 0,-18-18,0 0,-17 0,17 0,1 0,-1 0,18-18,0 0,0 1,0-1,18 18,-1-17,19 17,-19 0,1 0,0 0,-1 0,18 17,-17 1,-18-1,18-17</inkml:trace>
  <inkml:trace contextRef="#ctx0" brushRef="#br0" timeOffset="377030.3354">8273 16387,'17'0,"-17"17,0 18,0-17,0 35,-35-35,35-1,0 1,0 0,0-1,0 1,35-18,-17 0,0 0,17 0,18 0,17 0,19 0,-19 0,18 0,-35 17,18 1,-54-18,1 0,0 0</inkml:trace>
  <inkml:trace contextRef="#ctx0" brushRef="#br0" timeOffset="377766.8888">8608 16404,'-18'0,"18"35,-17-17,17 0,0 35,0-18,0-17,-36 52,36-52,0 35,0-18,0-17,0-1,0 1,0 0,0-1,-17-17,17 18,0-1,17-34</inkml:trace>
  <inkml:trace contextRef="#ctx0" brushRef="#br0" timeOffset="378614.4012">9225 16316,'0'35,"0"18,0-35,0 35,0-18,0 0,-17 1,17-19,0 1,0-1,0 1,0 0,0-1</inkml:trace>
  <inkml:trace contextRef="#ctx0" brushRef="#br0" timeOffset="379598.0764">9384 16351,'-35'0,"17"18,18 17,-18 0,18-17,0 17,0 1,0-19,0 19,0-19,0 1,18-1,-18 1,18 17,-1-17,1-18,0 0,-1 0,1 0,-1 0,-17-35,0-1,0 19,0-18,0 17,0-35,0 18,0 17,0 0,0 1,0-1,0 1,-35-1,18 18,34 0,1 0,52 18</inkml:trace>
  <inkml:trace contextRef="#ctx0" brushRef="#br0" timeOffset="380525.7163">10107 16316,'0'18,"0"-1,0 36,0 0,0-35,0 17,0-17,0-1,0 1,0 0,0-1,0 1,18 17,-18-17,0-1</inkml:trace>
  <inkml:trace contextRef="#ctx0" brushRef="#br0" timeOffset="381510.1397">10301 16404,'-18'0,"18"18,-17-18,17 17,0 1,0 0,0-1,0 1,0 17,0-17,0 0,0-1,0 1,0-1,0 1,0 0,17-18,1 0,-18 17,18-17,-1 0,1 0,17 0,-35-17,0-1,18 0,-18 1,0-1,0-17,0 17,0 1,0-1,0 0,-18 18,18-17,-17 17,17-18,-18 0,0 18</inkml:trace>
  <inkml:trace contextRef="#ctx0" brushRef="#br0" timeOffset="382486.3091">11095 16281,'0'17,"0"19,0-19,0 19,18-1,-18 0,0-17,0 35,0-36,0 1,0 0,0-1,0 1,0-1,0 19,17-1,-17-53</inkml:trace>
  <inkml:trace contextRef="#ctx0" brushRef="#br0" timeOffset="383533.6405">11501 16387,'-18'0,"0"0,1 0,-1 0,0 0,1 0,-1 0,0 0,18 17,0 1,0-1,0 1,0 0,0-1,0 1,0 17,0-17,18 17,0-17,-1-18,1 17,0-17,-18 18,17 0,1-18,0 0,-1 0,1 0,-1 0,1 0,-18-18,0 0,0-17,0 0,0 17,0 1,0-1,0 0,0 1,-18 17,1-18,17 0,-35 1,17-1,0 18,1-17,17-1</inkml:trace>
  <inkml:trace contextRef="#ctx0" brushRef="#br0" timeOffset="384494.811">12347 16351,'0'18,"0"0,0 17,0 0,0 0,0-17,0 17,0-17,0 0,0-1,0 1,0-1,0 1,18 17</inkml:trace>
  <inkml:trace contextRef="#ctx0" brushRef="#br0" timeOffset="385534.047">12471 16387,'0'17,"0"1,0-1,0 19,0-1,0-17,0 17,0-17,0-1,0 1,0-1,17 1,1 0,0-18,-18 17,17-17,1 0,0 0,-1 0,18-17,-35-19,18 19,-18-1,0 1,0-1,0 0,0-17,-18 17,1 18,-1-35,1 17,-1 18,0 0,1 0,-36-35</inkml:trace>
  <inkml:trace contextRef="#ctx0" brushRef="#br0" timeOffset="386373.7108">13335 16334,'18'0,"-18"35,0-17,0-1,0 18,0-17,0 35,0 0,0-35,0 34,0-34,17 17,-17-17,0 0,0-1,0 1</inkml:trace>
  <inkml:trace contextRef="#ctx0" brushRef="#br0" timeOffset="387341.8067">13476 16404,'0'18,"0"17,0 0,0-17,0 0,0 17,0-17,0-1,35 18,-35-17,18 0,0-1,-1-17,1 0,0 0,-1 0,1 0,0-35,-18 17,0-17,0 18,0-19,-18 19,18-1,-18 18,-17-18,17 1,1-1,-1 0,0 18,18-17,-17 17</inkml:trace>
  <inkml:trace contextRef="#ctx0" brushRef="#br0" timeOffset="388198.8882">14235 16704,'17'0,"19"0,-19 0,18 0,-17 0,17 0,-17 0,17 0,-17 0,0 0,-1 0</inkml:trace>
  <inkml:trace contextRef="#ctx0" brushRef="#br0" timeOffset="389190.2217">14305 16863,'0'17,"18"1,-1-18,1 0,17 0,-17 0,0 0,-1 0,1 0,0 0,-1 0,1 0,-1 0,1 0,0 0,-1 0,1 0</inkml:trace>
  <inkml:trace contextRef="#ctx0" brushRef="#br0" timeOffset="409262.3895">15505 16510,'0'35,"0"-17,0 0,0 17,0 0,0 18,0 0,0 0,0-18,0 18,0-18,0 1,0-1,0-17,0 17,0 0,0 0,0-17</inkml:trace>
  <inkml:trace contextRef="#ctx0" brushRef="#br0" timeOffset="410631.3356">15928 16528,'-18'0,"1"0,17 35,-18-17,0 34,1 1,-1-17,0-1,1 0,17-17,0 0,0-1,0 1,17-18,1 0,0-18,17 1,-17 17,35-18,-36 18,36 0,-18 0,-17 0,0 0,-1 0,1 0,17 0,-35 18,18-1,-18 1,0-1,0 19,0-19,0 19,0-19,-35-17,17 18,-17-18,-1 18,19-18,-19 0,1 0,18 17,-1-17,0 18,1-18,17-18,0 1</inkml:trace>
  <inkml:trace contextRef="#ctx0" brushRef="#br0" timeOffset="411438.1642">16016 16545,'18'-17,"17"17,-17 0,17 0,-17-18,17 18,-17-18,-1 18,1 0</inkml:trace>
  <inkml:trace contextRef="#ctx0" brushRef="#br0" timeOffset="412733.7994">16457 16439,'-18'0,"1"36,-18-19,17 19,-17-1,35-17,0-1,0 1,-18 17,18 0,0-17,0 0,0-1,0 1,0 17,35 1,-35-19,18-17,17 35,-35-17,18-18,-1 35,19-35,-1 36,-17-19,17-17,-17 18,-1-18,1 18,-1-18,1 17,0-17,-1 0,1 0,-18-17,0-1,0 0,0 1,0-19,0 19,0-19,0 19,0-18,0 17,0 0,0 1,-18-1,1 18,-1 0,0 0,1 0,-1 0,1 18,-1-18,0 17,1 1,-1 0,18-1,0 1,0-1,0 1,0 0,0-1,0 1,0 0,0-1</inkml:trace>
  <inkml:trace contextRef="#ctx0" brushRef="#br0" timeOffset="427885.8154">17039 16581,'0'17,"0"1,0 17,-17-35,17 18,0 17,0-17,0 17,0-17,0 17,0-17,0 17,0-18,0 19,0-19,17 1,18 0,1-1,-19-17,1 18,0-18,-1 0,1 0,0 0,-1 0,1 0,-1-18,-17-17,0 0,0-1,0 19,0-18,0 17,0 0,0 1,-17-19,-1 19,1 17,-1-36,-17 19,17-1,0 18</inkml:trace>
  <inkml:trace contextRef="#ctx0" brushRef="#br0" timeOffset="429061.6306">17480 16669,'-35'35,"35"-17,0-1,0 19,0-19,0 19,0-19,0 18,0 1,0-19,0 1,0 0,18 17,-1-17,1-1,-1-17,1 0,0 0,-1 0,1 0,0 0,17-35,-17 17,-1 1,1-19,-18 19,0-1,0 0,0 1,0-1,0-17,0 17,0-17,0 0,-18 35,1 0</inkml:trace>
  <inkml:trace contextRef="#ctx0" brushRef="#br0" timeOffset="430169.744">17903 16651,'0'-18,"-17"18,-1 0,1 18,17 17,-36 18,36-17,0-19,0 1,0 0,0-1,0 1,0-1,0 1,0 0,0-1,18-17,0 18,-1-18,18 0,-17 18,0-1,-1-17,1 0,0 0,-1 0,1 0,-18-17,0-1,0-17,0-1,0 19,0-18,0-1,0 19,0-19,0 19,0-1,0 0,0-17,0 17,-18 18,1 0,34 36,54-1</inkml:trace>
  <inkml:trace contextRef="#ctx0" brushRef="#br0" timeOffset="431438.6324">18415 16704,'-18'0,"1"0,-1 0,0 18,1-1,-1 1,1 35,17-35,0-1,0 18,0-17,0 0,0-1,0 19,17-19,1-17,-1 0,1 0,0 0,-1 18,1-18,0 0,-1 0,1 0,0 0,-18-18,0-17,0 17,17-17,-17 17,0 1,0-1,0 1,0-1,0 0,0 1,-17 17,52 0</inkml:trace>
  <inkml:trace contextRef="#ctx0" brushRef="#br0" timeOffset="432582.6067">18838 16739,'-17'0,"17"18,-18-18,18 18,-35 17,17 0,18-17,-17-1,17 1,0 0,-18 17,18-17,0 17,0-17,0-1,0 18,35-17,18-18,-18 35,-17-35,0 0,-1 0,1 0,17-17,-35-1,0 0,0-17,0 0,35 0,-35 17,0 0,0-35,0 18,0 18,0-19,0 19,0-19,0 19,-17-1,-1 18,18-18,-17 18,17 36,70-19</inkml:trace>
  <inkml:trace contextRef="#ctx0" brushRef="#br0" timeOffset="434494.4141">19932 16933,'-18'-17,"1"-1,-1 18,0 0,1 0,-1 0,0 0,1 0,-1 0,18 35,0-17,0 0,0-1,0 1,0 0,0-1,0 1,35-18,-17 0,17 0,-17 0,17 0,-17 0,17 0,-17 0,0-18,-18 1,0-19,0 19,0-19,0 19,0-1,-18 18,0 0,1 0,-1 0,0 18,18-1</inkml:trace>
  <inkml:trace contextRef="#ctx0" brushRef="#br0" timeOffset="445581.8204">19262 16757,'0'0,"-18"0,0 0,1 0,-1 0,18 35,0-17,0 17,0-17,-18 17,18 0,0-17,0 0,0 17,0-17,0-1,18 1,0-18,-18 17,17-17,1 0,-18 18,35-18,-17 18,0-18,-1 0,1 0,0 0,17 0,-18-36,-17 19,0-1,0 1,0-1,0 0,0 1,0-1,0 0,0 1,0-1,0 0,0 1,0-1,-17 1,-1-1,1 18,-1-18</inkml:trace>
  <inkml:trace contextRef="#ctx0" brushRef="#br0" timeOffset="457518.4857">18609 17057,'0'35,"-18"-35,18 18,0 17,-17-17,17-1,-18 1,0-18,18 18,-35 17,35-18,-17-17,17 18,-36 0,19-1,-19-17,19 18</inkml:trace>
  <inkml:trace contextRef="#ctx0" brushRef="#br0" timeOffset="458709.8288">17339 17074,'18'-17,"-18"34,0 19,0-19,0 1,0 0,0-1,0 1,0 0,-18-1,0-17,18 18,0-1,-17-17</inkml:trace>
  <inkml:trace contextRef="#ctx0" brushRef="#br0" timeOffset="459926.6827">15752 17180,'17'0,"1"0,-18 18,0 0,0-1,0 1,-18 17,1-35,17 18,-18 17,0-35,18 18,-17-1,-1 1,0-18,1 18,-1-18,18 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6:13:12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4621 11800,'0'-17,"0"-1,-35 1,35-1,-35 18,17-18,1 18,-19-17,1-1,17 18,1 0,-19-18,1 18,18 0,-19-17,19 17,-19 0,19 0,-19 0,19 0,-18 0,17 0,-17 0,17 0,-17 0,17 0,-35 0,35 0,-17 0,0 17,0-17,-1 18,19-18,-19 18,19-18,-18 0,-1 35,1-35,17 18,1-18,-1 0,0 0,1 17,-1-17,18 18,-17-18,-1 17,0-17,18 18,-17 0,-1-1,18 1,0 17,0 1,0-19,0 1,0-1,0 1,0 0,0-1,0 1,0 17,0-17,0 17,0-17,0 17,0-17,0-1,0 1,0 0,0-1,0 1,0 0,0-1,0 1,18 0,-18-1,0 18,0-17,17 0,-17-1,18 1,0 0,-18-1,17 1,-17 17,18-35,-1 18,1 17,0-17,-1-1,1-17,-18 18,18 0,-18-1,17 1,1 0,0-18,-1 17,1-17,-1 18,1-1,0-17,-1 0,1 0,17 0,1 0,-19 0,1 0,-1 0,1 0,0 0,-1 0,1 0,17 0,1 0,-19 0,19 0,-19 0,1 0,-1 0,19 0,-1 0,18 0,-18 0,0 0,18 0,-35 0,17-17,1 17,-19-18,1 18,-1 0,-17-17,36-1,-19 0,1-35,0 36,-1-19,1 19,-18-18,18 17,-18-17,0 17,0-17,0 17,17 18,-17-35,0 17,0 1,0-1,18 0,-18-17,0 0,0-1,0 1,0 0,0 17,0-17,0 17,0-17,0 17,0-17,0 0,0 17,0-17,0 17,0 1,0-19,-18 36,1-17,-1 17,0 0</inkml:trace>
  <inkml:trace contextRef="#ctx0" brushRef="#br0" timeOffset="4688.5442">18556 11836,'0'0,"-18"-18,1 18,-1 0,1 0,-1 0,-17 0,-18 0,35 0,-17 0,0 0,17 0,0 0,1 0,-1 0,0 0,1 0,-1 0,0 0,-17 0,18 0,-1 0,0 0,1 0,-19 0,19 0,-19 0,19 0,-1 0,0 0,1 0,-1 0,1 0,-1 0,0 0,1 18,-1-18,0 0,1 17,-1-17,0 18,1-18,-1 18,1-18,-19 0,36 17,-35-17,0 36,17-19,0 1,1-1,17 1,0 0,-18 17,1-17,17 17,-18-35,0 35,18-17,-35-1,35 1,0 0,0-1,-18 1,18 17,0-17,0 0,0-1,0 19,0-19,0 18,0-17,0 17,0-17,0 0,0-1,0 1,0 0,0-1,0 1,0-1,0 1,0 17,18-17,0 0,17-1,-17 1,-1 0,1-18,-1 0,19 17,-19-17,1 18,0-18,-18 17,17 1,19-18,-19 0,18 0,1-18,-19 18,1 0,0 0,-1 0,1 0,0 0,-1 0,1 0,-1 0,19 0,-19 0,1 0,0-17,-1 17,19 0,-19-18,19 18,-19 0,1-17,-1 17,1-18,0 18,17-35,-17 17,-18 0,17 18,1-17,0 17,-1-18,1 0,-1 18,1-17,0-1,-1 18,1-17,0-1,-1 0,19 1,-36-1,17 0,1 1,-1-1,-17-17,18 17,0 1,-1-1,1-17,0 17,-1-17,-17 17,18-17,17-1,-35 19,0-1,0 1,0-1,0 0,0 1,0-19,0 19,0-1,0 0,0-17,0 18,-17-19,17 19,-36-1,36 0,-17 18,17-17,-36-1</inkml:trace>
  <inkml:trace contextRef="#ctx0" brushRef="#br0" timeOffset="22887.8311">7461 15328,'0'-17,"18"17,0 0,17 0,-18 0,1 0,17 0,-17 0,0 0,-1 0,1 0,0 0,-1 0,18 0,-17 0,0 0,-1 0,1 0,0 0,-1 0,1 0,0 0,17 0,-17 0,17 0,-18 0,19 0,-19 0,1 0,0 0,-1 0,1 0,0 0,-1 0,1 0,-1 0,1 0,0 0,-1 0,1 0,0 0,-1 0,1 0,-18-18,18 18</inkml:trace>
  <inkml:trace contextRef="#ctx0" brushRef="#br0" timeOffset="24544.8735">8890 15328,'0'-17,"18"17,-1 0,1 0,17 0,-17 0,17 0,-17 0,35-18,-36 18,1 0,0 0,17 0,0 0,-17 0,17 0,0 0,-17 0,0 0,-1 0,19 0,-19 0,18 0,-17 0,17 0,-17 0,17 0,-17 0,0 0,17 0,-18 0,1 0,0 0,-1-18,1 18,0 0,-1 0,1 0</inkml:trace>
  <inkml:trace contextRef="#ctx0" brushRef="#br0" timeOffset="26096.2791">8026 15628,'35'35,"-35"-17,0 17,0-17,0 35,0 0,18-18,-18 18,0-35,0 17,0-18,17 36,-17-35,0 0,18 17,-18 0,0-17,0 17,0-17,18-18,-1 0,1 0,17 0,0 0,-17 0,0 0,-1 0,1 0,0 0,-1 0,36 17,35-17,36 36</inkml:trace>
  <inkml:trace contextRef="#ctx0" brushRef="#br0" timeOffset="28296.3956">9437 15804,'0'18,"0"17,0-17,0 0,0 17,0 18,0-36,0 19,0 17,0-36,0 1,0 17,0-17,0 0,0-1,0-52,0 17,0-17,0 17,0-17,0 0,0-1,0 19,0-1,0-17,-18 17,18 1,0-1,0 0,0 1,18 17,17 0,-17 0,17 0,-35 17,18 19,-1-36,1 17,0 1,-18 0,17-18,1 35,-1-18,-17 1,0 0,0-1,0 1,0 0,0-1,0 1,0 0,0-1,-17-17,17 18,-18 0,1-18,-1 0,0 17,1-17,-1 0,-17 18,17-1,0-17,1 18</inkml:trace>
  <inkml:trace contextRef="#ctx0" brushRef="#br0" timeOffset="33199.8907">7426 14658,'18'0,"-1"0,1-18,0 18,-1 0,18 18,-35 0,18-1,0 1,-18-1,0 19,0 17,0-36,0 19,0-19,0 1,0 0,0 17,-18-18,0 1,1-18,-1 18,1-1,-1-17,0 0,1 0,-19 0,36-17,0-1,18 18,0 0,17 0,0 0,-17 0,35 0,-36 18,1-1,0-17,-1 0,1 18,0 0,-18-1,17-17,-17 18,18-18</inkml:trace>
  <inkml:trace contextRef="#ctx0" brushRef="#br0" timeOffset="34672.4541">7902 14693,'-17'0,"-1"18,18-1,-18 1,18 0,0-1,0 1,0 0,0-1,0 1,0 0,0-1,0 19,0-19,0 18,0 1,0-1,0-17,0-1,0 1,0 0,0-1,36 1,-19-1,1-17,0 0,-1 0,-17 18,18-18,-1 0,1 0,0 0,-1 0,1 0,-18-18,0-17,-18 18,1 17,17-18,-18 18,-17 0,17 0</inkml:trace>
  <inkml:trace contextRef="#ctx0" brushRef="#br0" timeOffset="37960.7782">8520 14923,'17'0,"-17"17,0 1,0-53,0 17,0 36,0-1,0 1,0-1</inkml:trace>
  <inkml:trace contextRef="#ctx0" brushRef="#br0" timeOffset="48784.2694">9402 14658,'0'-18,"-18"18,0-17,-17 17,17 0,1-18,-1 18,0 0,-17 0,0 0,0 0,17 0,-17 0,-1 0,19 0,-1 0,-17 0,17 0,1 0,17 18,0-1,0 1,0 0,0-1,0 1,0-1,17 1,1 0,-1-1,19 19,-19-36,1 0,0 17,-1-17,1 0,0 0,17 0,0 0,0-17,1-1,-19-17,-17 17,0 0,0 1,18-1,-18 1,18 17,-18 35,0 18,0 0,0-18,0 0,0 18,0 18,0-36,0 18,0 0,0-36,0 19</inkml:trace>
  <inkml:trace contextRef="#ctx0" brushRef="#br0" timeOffset="49743.616">10372 15117,'0'0,"17"0,1 0,0 0,17 0,0 0,0 0,1 0,17 0,0-18,-1 18,-34-18,35 18,-35 0,17 0,-17 0</inkml:trace>
  <inkml:trace contextRef="#ctx0" brushRef="#br0" timeOffset="50664.0667">10407 15469,'18'0,"-1"0,1 0,0 0,-1 0,-17-17,35 17,1 0,17 0,17 0,36 0,-35 0,-1 0,1 0,-1 0,-34 0,-1 0,0 0</inkml:trace>
  <inkml:trace contextRef="#ctx0" brushRef="#br0" timeOffset="59104.3056">12136 15152,'0'-18,"0"1,0-19,0 19,0-19,0 19,0-19,0 19,17 17,1 0,-1 0,1 0,0 0,-1 17,1 19,-18-1,18 18,-18 0,35-18,-35-17,0 35,0 0,0-18,18 18,-18-18,0-17,0-1,0 19,0-19,0 19,-18-1,0-18,1 1,-19 0,19 17,-1-35,0 0,1-18,-1 18,18-17,0-1,0 0,0 1,0-1,0 1,0-1,35 18,-17 0,17 0,-17 0,0 18,17-1,-17 1,-1-1,1-17,0 18,-1 0,1-18,-18 17</inkml:trace>
  <inkml:trace contextRef="#ctx0" brushRef="#br0" timeOffset="61472.6985">12753 15081,'0'18,"0"0,0-1,-18 18,1-35,17 18,0 0,-18-18,18 17,0 1,-18 17,18-17,0 0,0-1,0-34,0-19,36 1,-19 17,-17 1,18-1,-18 0,18 1,-1 17,-17-18,18 18,-1 0,1 0,0 35,-1 18,1-17,0-19,-1 36,-17-35,18 17,-18-17,0-1,0 1,0 0,0-1,-18-17,1 18,-1-18,18 18,-18-18,-17 17,70-17,-17 0,35 18,-35 0,17 17,-17-18,-1 1,-17 17,0-17,-17-18,-1 18,0-18,1 0,-1 17,0-17,1 0,-1 0,0 0,1 0,-1 0,-17 0,17 0,1 0,-1 0,0-17,18-1,18 0</inkml:trace>
  <inkml:trace contextRef="#ctx0" brushRef="#br0" timeOffset="63023.8888">13388 15152,'0'35,"0"0,0-17,-18 17,18 18,-17-18,17-17,0 17,0 1,0-19,0 1,17-18,19 0,-1 0,0 0,-17 18,17-18,-17 0,17 0,-17 0,-1 0,1 0,0 0,-1 0,1 0,-1 0,1 0</inkml:trace>
  <inkml:trace contextRef="#ctx0" brushRef="#br0" timeOffset="63991.7675">13635 15293,'-18'0,"18"18,0-1,0 18,0 1,0 17,0 0,0-18,0 18,0-18,0-17,0 17,0-17,0-1,0 1,0 0,0-1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36.85221" units="1/cm"/>
          <inkml:channelProperty channel="Y" name="resolution" value="36.86007" units="1/cm"/>
        </inkml:channelProperties>
      </inkml:inkSource>
      <inkml:timestamp xml:id="ts0" timeString="2014-11-03T06:14:41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2522 12506,'18'0,"0"0,-1 0,19 0,-1 0,-18 0,36 0,-35 0,17 0,-17 0,17 0,1 0,-1 0,-18 0,19 0,17 0,-18 0,0 0,-17 0,17 0,-17 0,-1 0,1 0,0 0</inkml:trace>
  <inkml:trace contextRef="#ctx0" brushRef="#br0" timeOffset="1440.3064">3739 12488,'18'0,"0"0,-1 0,1 0,17 0,1 0,-1 0,-18 0,19 0,-19 0,19 0,-19 0,1 0,17 0,-17 18,0-18,-1 0,1 0,17 0,18 0,-35 0,17 0,-17 0,17 0,-18 0,19 0</inkml:trace>
  <inkml:trace contextRef="#ctx0" brushRef="#br0" timeOffset="2496.5936">4868 12541,'18'0,"0"0,-1 0,1 0,35 0,-18 0,36 0,-36 0,35 0,-17 0,18 0,0 0,17 0,-35 0,17 0,-35 0,1 0,-1 0,-17 0,-1 0</inkml:trace>
  <inkml:trace contextRef="#ctx0" brushRef="#br0" timeOffset="3736.2051">6191 12577,'-17'0,"17"-36,17 36,1 0,0 0,17 0,0 0,18-17,-18 17,18 0,0-36,18 36,-18 0,0-17,-1 17,-16 0,-19-18</inkml:trace>
  <inkml:trace contextRef="#ctx0" brushRef="#br0" timeOffset="5008.4599">7056 12541,'35'0,"-18"0,19 0,-1 0,0 0,1 0,17 0,-36 0,1 0,-1 0,1 0,0 0,-1 0,1 0,0 0,-1 0,19 0,-1 18,-18-18,1 0,0 0,-1 0,1 0,0 0,-1 0,1 0,0 0,-1 0,1 0</inkml:trace>
  <inkml:trace contextRef="#ctx0" brushRef="#br0" timeOffset="6736.9212">2752 12912,'0'35,"0"0,0 1,0-1,0 18,0-18,17 0,-17-17,0 0,0-1,0 18,18-35,-18 18,18 0,-18-1,0 1,17 0,-17-1,0 1,36-18,-1 0,18 0,0 0,0 0,-18 0,0 0,-17 0,17 0,0 0,-17 0,0 0,-18-18</inkml:trace>
  <inkml:trace contextRef="#ctx0" brushRef="#br0" timeOffset="7897.1999">3898 12929,'18'-17,"-1"17,1 0,-18 35,0 0,18 18,17-18,-35 1,0 17,18-18,-18 0,17 0,-17-17,0 0,18-1,-18 1,0 0,18-1,17-17,0 0,18 0,0 0,0 0,-35 0,-1 0,18 0,-17 0,17 0</inkml:trace>
  <inkml:trace contextRef="#ctx0" brushRef="#br0" timeOffset="9120.6838">5221 12965,'0'35,"0"0,0 0,0-17,0 35,0 0,0-18,0 0,0-17,0 17,0-17,0 35,0-35,0-1,18 1,-1-18,1 0,17 0,-17 0,0 0,-1 0,1 0,0 0,-1 0,1 0,-1 0,1 0,0 0</inkml:trace>
  <inkml:trace contextRef="#ctx0" brushRef="#br0" timeOffset="10448.8928">6438 13035,'0'35,"0"1,0 17,0-36,0 36,18-35,-18-1,0 1,0 0,17-18,-17 17,18-17,0 0,17 0,36 0,-18 0,-1 0,-34 0,17 0,-17 0</inkml:trace>
  <inkml:trace contextRef="#ctx0" brushRef="#br0" timeOffset="11568.327">7303 13018,'0'17,"0"1,0 17,0 18,0-18,0 18,0-35,0-1,0 19,0-19,0 19,0-19,0 1,0 0,17-18,36 0,-35 0,35 0,0 17,-18-17,18 0,0 0,0 18,-36-18</inkml:trace>
  <inkml:trace contextRef="#ctx0" brushRef="#br0" timeOffset="31481.0107">6350 10513,'0'-18,"18"1,35-1,17-17,-17 35,18 0,-18 0,-1 0,19-18,0 18,-36 0,18 0,-18 0,18 0,0 0,0 0,35 0,-53 0,18 0,18 0,-18 0,-36 0,36 0,0 0,0 0,-18 0,36 0,-18 0,0 18,0-18,-18 17,35-17,-17 0,18 0,17 18,-35-18,18 35,-54-35,36 0,0 0,0 0,-18 0,18 0,0 0,-35 0,52 0,-17 0,0 0,18 0,-36 0,0 0,18 0,-35 0,17 0,-17 0,-1 0,-17 35</inkml:trace>
  <inkml:trace contextRef="#ctx0" brushRef="#br0" timeOffset="34823.5922">2663 11871,'36'18,"-36"-54,0 19,17-1,-17 0,0 1,18-1,0 18,-18-17,17-1,-17 0,18 1,0 17,17 0,-17 17,17 1,-35 0,35 52,-17-35,-1 1,1 17,-18-18,0-18,0 1,0 17,0-17,0 0,0-1,0 19,-18-19,1-17,-1 0,0 0,1 18,-1-18,1 0,-1 0,0 0,1 0,-1 0,18-18,0 1,35 17,-17 0,0 0,-1 17,1 1,-18-1,35-17,-17 18,-1-18,1 0,0 0,-1 0,1 0,0 0,-1 0,1 0</inkml:trace>
  <inkml:trace contextRef="#ctx0" brushRef="#br0" timeOffset="61279.6593">3863 11906,'0'-17,"0"-1,18 18,-18-18,17 18,1-17,-1-1,19 18,-19 0,1 0,0 0,-1 18,1-1,0-17,-18 18,0 0,0-1,0 1,0 17,0-17,0-1,0 1,0 0,0-1,0 19,0-19,0 1,0 0,-18-1,18 1,-18-1,1 1,-1-18,-17 18,35-1,-18-17,0 0,1 0,-1 0,1 0,-1 0,18-17,0-1,18 18,17 0,-18 0,19 0,-19 0,1 0,17 0,-35 18,36-1,-1-17,-17 0</inkml:trace>
  <inkml:trace contextRef="#ctx0" brushRef="#br0" timeOffset="63024.2428">4374 11871,'0'-18,"-17"36,17 0,-35 17,35 0,0-17,-18 17,18-17,-18 17,18 0,-17-17,17 17,-18-35,18 18,0-1,0 1,0 0,0-1,0 1,0 0,0-1,0 1,0 0,18-18,-1 17,1 1,17 0,0-1,1-17,-19 0,1 0,0 0,-18-17,0-1,0 0,0 1,0-1,0 0,0 1,0-1,-18 18,0 0,1 0,-1 0,0 0,1 0,-36 0,18 0</inkml:trace>
  <inkml:trace contextRef="#ctx0" brushRef="#br0" timeOffset="64880.2989">4921 12030,'18'0,"-18"-18,0 0,0 1,35-1,-35-17,18 35,-1-18,1 1,0 17,-1 0,1 0,0 0,17 0,0 0,-17 35,17-17,-17 34,17 1,-35-35,18 35,-18-35,0-1,0 1,0-1,0 1,0 0,0-1,-18 1,-35 0,35-1,1 1,-1-18,1 0,-1 0,0 0,1 0,17-18,0 1,17-1,1 18,0 0,-1 0,1 0,17 0,-17 18,-1-18,1 17,17 19,-17-36,0 17,-18 1,17-18</inkml:trace>
  <inkml:trace contextRef="#ctx0" brushRef="#br0" timeOffset="66168.1923">5556 11959,'0'-17,"-17"17,-1 35,0-18,18 19,-17-19,17 19,0-19,0 19,0-19,0 1,0-1,0 19,0-1,0-17,0 17,0-17,0-1,0 1,0 0,0 17,0-18,0 1,0 0,17-1,19-17,-19 0,1 0,0 0,-1 0,1 0,-1 0,-17-17,0-1,0-17,0 17,0 1,0-1,-17 18,-1-18,-17 18,35-17,-18 17,1 0,-19-18,1 0</inkml:trace>
  <inkml:trace contextRef="#ctx0" brushRef="#br0" timeOffset="67752.4961">6138 12047,'0'-17,"0"-1,18 0,-18 1,18-18,-1-1,-17 19,18-1,0 18,-18-18,17 18,18 0,-17 0,17 18,-17 17,-18 1,0-19,18 36,-18-35,0 17,0-17,0 17,0-17,0-1,-18 18,0-17,18 0,-17-1,-1 1,0-18,18 35,-17-17,-1-18,18-35,35 35,-17 0,17 0,-17 0,17 0,-17 0,-18 17,18-17</inkml:trace>
  <inkml:trace contextRef="#ctx0" brushRef="#br0" timeOffset="69103.6573">6738 11889,'-18'0,"1"0,-18 17,17-17,18 18,0 17,-18-35,18 18,0-1,-17 1,-1 0,18-1,0 1,0 0,0-1,0 1,0 0,0-1,0 1,0-1,18 19,-1-19,1 19,0-19,-1-17,1 0,-1 0,1 0,0 0,-18-17,0-1,0-17,0 17,0 0,0 1,0-1,-18 18,0 0,1 0,-1 0,1 0,-1 18,0-18,1 0,-1 0,18 17</inkml:trace>
  <inkml:trace contextRef="#ctx0" brushRef="#br0" timeOffset="71064.0078">7179 12083,'0'0,"0"-18,0 0,0-17,18 17,-1 1,-17-1,36 1,-19 17,1 0,0 0,-18 17,0 1,17-1,-17 1,18 0,-18-1,0 1,0 17,0-17,0 17,0-17,-18-1,1 1,-19 17,19-17,-1 0,0-1,1 1,-1 0,36-18,-1 0,1 0,0 0,-1 0,1 0,0 0,-1 0,1 0,-1 0,1 0</inkml:trace>
  <inkml:trace contextRef="#ctx0" brushRef="#br0" timeOffset="72447.7565">7638 11942,'0'17,"-18"1,18-1,0 1,0 0,-35 17,35 18,0-18,0-17,0-1,0 1,0 0,0-1,0 1,0 0,0-1,0 19,17-36,1 0,0 17,-1-17,1 0,0 0,-1 0,18 0,-35-17,18-1,-18 0,18-17,-18 17,0 1,0-1,0 0,0 1,0-1,-18 18,0 0,1 0,17 18,-18-18,1 17,-1 1,-17 17,17-35,0 36,1-36,-1 17,0 19,1-36,-1 17</inkml:trace>
  <inkml:trace contextRef="#ctx0" brushRef="#br0" timeOffset="74000.6479">8361 12506,'0'-18,"17"18,1 0,17 0,-17 0,-18-17,18 17,-1 0,1 0,0 0,-1 0</inkml:trace>
  <inkml:trace contextRef="#ctx0" brushRef="#br0" timeOffset="75159.5824">8396 12665,'0'17,"18"-17,17 0,-35-17,18 17,-1-18,1 18,0-18,-1 18,1 0,0 0,-1 0,1 0,-1 0,19 0,-19 0,1 0</inkml:trace>
  <inkml:trace contextRef="#ctx0" brushRef="#br0" timeOffset="89064.0452">9578 12206,'-18'-18,"18"1,-17 17,-1 0,0 0,1 0,-1 0,0 0,1 0,-1 0,1 0,-1 0,0 0,-17 0,17 0,-17 0,35 17,-35 1,35 0,-18 17,18-17,-17-1,-1 36,18-35,0 17,0 18,0-35,0-1,0 19,0-19,18 1,17-18,-35 18,35-1,-17-17,-1 0,1 0,17 0,1 0,-19 0,36 0,-35 0,17 0,0 0,1-17,-36-1,35 18,0-35,-17 17,-18 0,0 1,0-1,17 0,1-17,-18 18,0-1,0 53,0-17,0 17,0 0,0 1,0-1,0 18,0 0,0-36,0 36,0-17,0-19,0 1,0-1,0 1,0 0,0 17,0-17,0-1,0 1,0 0,0-1,18 1</inkml:trace>
  <inkml:trace contextRef="#ctx0" brushRef="#br0" timeOffset="90271.8241">10160 12365,'0'18,"0"-1,0 1,0 17,0-17,0-1,0 19,0-1,0 0,0-17,0 17,0-17,0 17,0 0,0 1,0-19,0 18,0-17,18 0</inkml:trace>
  <inkml:trace contextRef="#ctx0" brushRef="#br0" timeOffset="92272.0711">10389 12435,'0'-17,"18"-1,35 1,-35-1,-1 18,1-18,-1 18,1 0,0 0,-1 0,1 0,0 0,-1 0,1 0,0 0,-1 18,-17 17,0-17,0 17,0-17,0-1,0 1,0 0,0-1,-17 19,-1-19,18 18,-18-35,18 36,-17-36,52 0,-17 0,17 0,0 0,0 0,-17 0,-18 17,18-17,-1 0,-17 18,18-18,-18 18,0-1,0 1,0 0,0-1,0 1,-18-1,1 1,-19 0,19-18,-19 0,19 0,-18 0,-1 17,36 1,-17-18,-1 0,-17 0,17 0,0-18</inkml:trace>
  <inkml:trace contextRef="#ctx0" brushRef="#br0" timeOffset="95055.5966">11324 12206,'-17'0,"-1"0,0 0,-17 0,17 18,1 17,-1-35,0 18,-17-1,0 1,17 0,1-1,-1-17,0 18,1 0,17 17,0-18,0 19,17-19,1-17,17 0,-17 18,17-18,0 18,-17-18,0 0,-1 0,1-18,-18 0,18 18,-18-17,0-1,17 0,-17 1,0-1,0 1,0-1,0 0,0 36,0 17,0 0,0 36,0-36,0 1,0-1,0-18,0 1,0 0,0-1,0 1,0 0,0-1,0 1,0 17,36-17,-36-1,0 1</inkml:trace>
  <inkml:trace contextRef="#ctx0" brushRef="#br0" timeOffset="96779.6121">11783 12330,'-18'0,"1"0,-1 35,18-17,0 17,0 0,0 0,0-17,0 0,0-1,18-17,-1 0,1 0,-1 0,1 18,0-18,-1 18,1-18,-18 35,35 0,-17-17,-18-1,35 19,-17-19,-18 1,0 0,-18-18,1 0,17 17,-18-17,0 0,1 0,-19 0,19 0,-1 0,0 0,-17 0,18 0,-1 0,-17 0,17 0,-17 0,17 0,18-17,18-1</inkml:trace>
  <inkml:trace contextRef="#ctx0" brushRef="#br0" timeOffset="97656.2876">11730 12330,'18'0,"17"0,-18 0,19 0,-19 0,19 0,-19 0,1 17,0-17,-1 0,1 0</inkml:trace>
  <inkml:trace contextRef="#ctx0" brushRef="#br0" timeOffset="99552.2412">12224 12383,'0'0,"17"0,1 0,-18-18,18 18,-1 0,1-18,0 18,17-17,-17 17,-18-18,17 18,18 0,-17 0,0 0,-1 18,-17-1,0 1,0 0,18 17,-18-18,18 19,17-1,-35 0,0 18,0-35,18 35,-18-36,0 19,0-19,0 1,0 0,0-1,-18-17,18 18,-18-18,1 0,-1 0,-17 17,17-17,-35 18,36 0,-19-18,1 0,17 0,-17-18,35 0,0-17,0 18,18-1,-1 18,1 0,0 0,-1 0,1 0,17 0,0 0,-17 0,17 35,1-17,-19-1,1 1,0-18,17 35,-18-35,-17 18,18-18,0 0,-1 18,1-18,-18 17,18-17,17 18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e 14"/>
          <p:cNvGrpSpPr/>
          <p:nvPr userDrawn="1"/>
        </p:nvGrpSpPr>
        <p:grpSpPr>
          <a:xfrm>
            <a:off x="0" y="800100"/>
            <a:ext cx="9144000" cy="1224422"/>
            <a:chOff x="0" y="800100"/>
            <a:chExt cx="9144000" cy="122442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Rektangel 2"/>
            <p:cNvSpPr>
              <a:spLocks noChangeArrowheads="1"/>
            </p:cNvSpPr>
            <p:nvPr/>
          </p:nvSpPr>
          <p:spPr bwMode="auto">
            <a:xfrm>
              <a:off x="0" y="800100"/>
              <a:ext cx="9144000" cy="1224000"/>
            </a:xfrm>
            <a:prstGeom prst="rect">
              <a:avLst/>
            </a:prstGeom>
            <a:gradFill flip="none" rotWithShape="1">
              <a:gsLst>
                <a:gs pos="89000">
                  <a:srgbClr val="C00000"/>
                </a:gs>
                <a:gs pos="20000">
                  <a:srgbClr val="F50736"/>
                </a:gs>
                <a:gs pos="11000">
                  <a:srgbClr val="F50736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indent="-342900" algn="ctr">
                <a:buFont typeface="+mj-lt"/>
                <a:buAutoNum type="arabicPeriod"/>
                <a:defRPr/>
              </a:pPr>
              <a:endParaRPr lang="da-DK" noProof="1">
                <a:solidFill>
                  <a:srgbClr val="FFFFFF"/>
                </a:solidFill>
                <a:latin typeface="Arial" pitchFamily="34" charset="0"/>
              </a:endParaRPr>
            </a:p>
          </p:txBody>
        </p:sp>
        <p:pic>
          <p:nvPicPr>
            <p:cNvPr id="7" name="Billede 3" descr="dreamstime_Handshake.jpg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7334250" y="800100"/>
              <a:ext cx="1809750" cy="1224422"/>
            </a:xfrm>
            <a:prstGeom prst="rect">
              <a:avLst/>
            </a:prstGeom>
          </p:spPr>
        </p:pic>
      </p:grp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98700"/>
            <a:ext cx="8229600" cy="3827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177800" y="8334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11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447801"/>
            <a:ext cx="6489700" cy="358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Pladsholder til dato 3"/>
          <p:cNvSpPr>
            <a:spLocks noGrp="1"/>
          </p:cNvSpPr>
          <p:nvPr userDrawn="1"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9" name="Pladsholder til diasnummer 5"/>
          <p:cNvSpPr>
            <a:spLocks noGrp="1"/>
          </p:cNvSpPr>
          <p:nvPr userDrawn="1"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e 13"/>
          <p:cNvGrpSpPr/>
          <p:nvPr userDrawn="1"/>
        </p:nvGrpSpPr>
        <p:grpSpPr>
          <a:xfrm>
            <a:off x="0" y="0"/>
            <a:ext cx="9144000" cy="1968500"/>
            <a:chOff x="0" y="0"/>
            <a:chExt cx="9144000" cy="19685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ktangel 2"/>
            <p:cNvSpPr>
              <a:spLocks noChangeArrowheads="1"/>
            </p:cNvSpPr>
            <p:nvPr/>
          </p:nvSpPr>
          <p:spPr bwMode="auto">
            <a:xfrm>
              <a:off x="0" y="0"/>
              <a:ext cx="9144000" cy="1968500"/>
            </a:xfrm>
            <a:prstGeom prst="rect">
              <a:avLst/>
            </a:prstGeom>
            <a:gradFill flip="none" rotWithShape="1">
              <a:gsLst>
                <a:gs pos="89000">
                  <a:srgbClr val="C00000"/>
                </a:gs>
                <a:gs pos="20000">
                  <a:srgbClr val="F50736"/>
                </a:gs>
                <a:gs pos="11000">
                  <a:srgbClr val="F50736"/>
                </a:gs>
              </a:gsLst>
              <a:lin ang="1350000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indent="-342900" algn="ctr">
                <a:buFont typeface="+mj-lt"/>
                <a:buAutoNum type="arabicPeriod"/>
                <a:defRPr/>
              </a:pPr>
              <a:endParaRPr lang="da-DK" noProof="1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7" name="Rektangel 3"/>
            <p:cNvSpPr>
              <a:spLocks noChangeArrowheads="1"/>
            </p:cNvSpPr>
            <p:nvPr/>
          </p:nvSpPr>
          <p:spPr bwMode="auto">
            <a:xfrm>
              <a:off x="0" y="1661160"/>
              <a:ext cx="9144000" cy="304800"/>
            </a:xfrm>
            <a:prstGeom prst="rect">
              <a:avLst/>
            </a:prstGeom>
            <a:gradFill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indent="-342900" algn="ctr">
                <a:buFont typeface="+mj-lt"/>
                <a:buAutoNum type="arabicPeriod"/>
                <a:defRPr/>
              </a:pPr>
              <a:endParaRPr lang="da-DK" noProof="1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sp>
        <p:nvSpPr>
          <p:cNvPr id="8" name="Pladsholder til indhold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3573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77800" y="5159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130301"/>
            <a:ext cx="6489700" cy="358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Pladsholder til dato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10" name="Pladsholder til diasnummer 5"/>
          <p:cNvSpPr>
            <a:spLocks noGrp="1"/>
          </p:cNvSpPr>
          <p:nvPr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9A2DBC02-530B-46AC-AE89-615B9CF6B656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AD578506-4270-40D2-9919-7162664C9714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354546AD-5DB5-4E0B-B847-60D836DCD182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9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EBEB7762-8C3D-49C9-8EF9-6CBDFC5BB098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73712080-0910-45AC-ABF4-AC33E5ECBB03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4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3567A2A1-D156-44EA-948C-F356C7AA8BD8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254AC250-846A-48F8-BB14-372ADB45104B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3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4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3F6E50EA-49C8-4392-B46A-5A90A2FDA3B1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itchFamily="34" charset="0"/>
              </a:defRPr>
            </a:lvl1pPr>
            <a:lvl2pPr>
              <a:defRPr sz="2800">
                <a:latin typeface="Arial" pitchFamily="34" charset="0"/>
              </a:defRPr>
            </a:lvl2pPr>
            <a:lvl3pPr>
              <a:defRPr sz="2400">
                <a:latin typeface="Arial" pitchFamily="34" charset="0"/>
              </a:defRPr>
            </a:lvl3pPr>
            <a:lvl4pPr>
              <a:defRPr sz="2000">
                <a:latin typeface="Arial" pitchFamily="34" charset="0"/>
              </a:defRPr>
            </a:lvl4pPr>
            <a:lvl5pPr>
              <a:defRPr sz="2000">
                <a:latin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76538522-622F-48E3-B2DB-B794625C7BFA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82FA1181-06C8-467E-8609-B5E3873FDB80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da-DK" noProof="0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DD262304-7D56-4B39-A20D-152694EC6669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6CB64F55-B5E2-45D7-A695-BF8EFBEE953E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66C8125A-09C3-4DBC-8A5C-29402D5D47E0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AC3A940E-EAB0-4807-93BE-D2325BCD85E8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da-DK" dirty="0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4BF76721-D0C0-403B-AFD9-459364324B9D}" type="datetime1">
              <a:rPr lang="da-DK"/>
              <a:pPr>
                <a:defRPr/>
              </a:pPr>
              <a:t>02-11-2014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1E093995-4E24-4618-BC82-CE44AFD9B4B7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bg1"/>
            </a:gs>
            <a:gs pos="34000">
              <a:schemeClr val="bg2">
                <a:alpha val="49000"/>
              </a:schemeClr>
            </a:gs>
            <a:gs pos="68000">
              <a:schemeClr val="bg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965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 Narrow"/>
          <a:ea typeface="ＭＳ Ｐゴシック" pitchFamily="-97" charset="-128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hyperlink" Target="http://www.samuelchukwuemeka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office.microsoft.com/en-us/images/business-CM079001906.aspx" TargetMode="External"/><Relationship Id="rId2" Type="http://schemas.openxmlformats.org/officeDocument/2006/relationships/hyperlink" Target="http://georgia.gov/blog/2012-05-16/new-license-plates-available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en.wikipedia.org/wik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/>
          <p:cNvSpPr/>
          <p:nvPr/>
        </p:nvSpPr>
        <p:spPr>
          <a:xfrm>
            <a:off x="0" y="6115050"/>
            <a:ext cx="9180513" cy="742950"/>
          </a:xfrm>
          <a:prstGeom prst="rect">
            <a:avLst/>
          </a:prstGeom>
          <a:gradFill flip="none" rotWithShape="1">
            <a:gsLst>
              <a:gs pos="89000">
                <a:srgbClr val="C00000"/>
              </a:gs>
              <a:gs pos="20000">
                <a:srgbClr val="F50736"/>
              </a:gs>
              <a:gs pos="11000">
                <a:srgbClr val="F50736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buFont typeface="+mj-lt"/>
              <a:buAutoNum type="arabicPeriod"/>
              <a:defRPr/>
            </a:pPr>
            <a:endParaRPr lang="da-DK" noProof="1">
              <a:solidFill>
                <a:srgbClr val="FFFFFF"/>
              </a:solidFill>
              <a:latin typeface="Arial" pitchFamily="34" charset="0"/>
            </a:endParaRPr>
          </a:p>
        </p:txBody>
      </p:sp>
      <p:sp>
        <p:nvSpPr>
          <p:cNvPr id="21509" name="Rectangle 5"/>
          <p:cNvSpPr txBox="1">
            <a:spLocks noChangeArrowheads="1"/>
          </p:cNvSpPr>
          <p:nvPr/>
        </p:nvSpPr>
        <p:spPr bwMode="gray">
          <a:xfrm>
            <a:off x="127793" y="319087"/>
            <a:ext cx="8924925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algn="ctr" defTabSz="914400" eaLnBrk="0" hangingPunct="0">
              <a:lnSpc>
                <a:spcPct val="95000"/>
              </a:lnSpc>
            </a:pPr>
            <a:r>
              <a:rPr lang="en-US" sz="4400" b="1" dirty="0" smtClean="0">
                <a:solidFill>
                  <a:srgbClr val="000000"/>
                </a:solidFill>
                <a:latin typeface="Bell MT" panose="02020503060305020303" pitchFamily="18" charset="0"/>
              </a:rPr>
              <a:t>Fundamental Counting Principle – Part 1</a:t>
            </a:r>
            <a:endParaRPr lang="en-US" sz="4400" b="1" dirty="0">
              <a:solidFill>
                <a:srgbClr val="000000"/>
              </a:solidFill>
              <a:latin typeface="Bell MT" panose="02020503060305020303" pitchFamily="18" charset="0"/>
            </a:endParaRP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gray">
          <a:xfrm>
            <a:off x="5153026" y="6307136"/>
            <a:ext cx="376555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 defTabSz="801688"/>
            <a:r>
              <a:rPr lang="en-US" sz="1200" dirty="0" smtClean="0">
                <a:solidFill>
                  <a:srgbClr val="FFFF00"/>
                </a:solidFill>
              </a:rPr>
              <a:t>The Joy of a Teacher is the Success of his Students.</a:t>
            </a:r>
            <a:r>
              <a:rPr lang="en-US" sz="1200" dirty="0" smtClean="0"/>
              <a:t> – </a:t>
            </a:r>
            <a:r>
              <a:rPr lang="en-US" sz="1600" dirty="0" smtClean="0">
                <a:latin typeface="Bell MT" panose="02020503060305020303" pitchFamily="18" charset="0"/>
              </a:rPr>
              <a:t>Samuel </a:t>
            </a:r>
            <a:r>
              <a:rPr lang="en-US" sz="1600" dirty="0" err="1" smtClean="0">
                <a:latin typeface="Bell MT" panose="02020503060305020303" pitchFamily="18" charset="0"/>
              </a:rPr>
              <a:t>Chukwuemeka</a:t>
            </a:r>
            <a:r>
              <a:rPr lang="en-US" sz="1600" dirty="0" smtClean="0">
                <a:latin typeface="Bell MT" panose="02020503060305020303" pitchFamily="18" charset="0"/>
              </a:rPr>
              <a:t> 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gray">
          <a:xfrm>
            <a:off x="323850" y="6210300"/>
            <a:ext cx="4333875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/>
            <a:r>
              <a:rPr lang="en-US" sz="2100" dirty="0" smtClean="0">
                <a:latin typeface="Bell MT" panose="02020503060305020303" pitchFamily="18" charset="0"/>
              </a:rPr>
              <a:t>Samuel </a:t>
            </a:r>
            <a:r>
              <a:rPr lang="en-US" sz="2100" dirty="0" err="1" smtClean="0">
                <a:latin typeface="Bell MT" panose="02020503060305020303" pitchFamily="18" charset="0"/>
              </a:rPr>
              <a:t>Chukwuemeka</a:t>
            </a:r>
            <a:r>
              <a:rPr lang="en-US" sz="2100" dirty="0" smtClean="0">
                <a:latin typeface="Bell MT" panose="02020503060305020303" pitchFamily="18" charset="0"/>
              </a:rPr>
              <a:t>  </a:t>
            </a:r>
            <a:r>
              <a:rPr lang="en-US" sz="1200" dirty="0" smtClean="0">
                <a:latin typeface="Bell MT" panose="02020503060305020303" pitchFamily="18" charset="0"/>
              </a:rPr>
              <a:t>B.Eng., A.A.T, M.Ed., M.S</a:t>
            </a:r>
          </a:p>
          <a:p>
            <a:pPr defTabSz="801688"/>
            <a:r>
              <a:rPr lang="en-US" sz="2000" dirty="0" smtClean="0">
                <a:latin typeface="Bell MT" panose="02020503060305020303" pitchFamily="18" charset="0"/>
                <a:hlinkClick r:id="rId2"/>
              </a:rPr>
              <a:t>www.samuelchukwuemeka.com </a:t>
            </a:r>
            <a:endParaRPr lang="en-US" sz="2000" dirty="0">
              <a:latin typeface="Bell MT" panose="02020503060305020303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19" t="8853" r="18368" b="7292"/>
          <a:stretch/>
        </p:blipFill>
        <p:spPr bwMode="auto">
          <a:xfrm>
            <a:off x="5868988" y="2038350"/>
            <a:ext cx="1166813" cy="204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4" y="4168376"/>
            <a:ext cx="2838450" cy="1875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71" b="6488"/>
          <a:stretch/>
        </p:blipFill>
        <p:spPr bwMode="auto">
          <a:xfrm>
            <a:off x="5495923" y="4168376"/>
            <a:ext cx="1539878" cy="178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62350"/>
            <a:ext cx="274955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223" y="2130026"/>
            <a:ext cx="1965495" cy="3913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1476376"/>
            <a:ext cx="91725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2" y="2047875"/>
            <a:ext cx="2767013" cy="2039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3" y="2130026"/>
            <a:ext cx="2824957" cy="1432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5" dur="20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800" y="515937"/>
            <a:ext cx="4584700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Objectives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Arial" charset="0"/>
                <a:ea typeface="ＭＳ Ｐゴシック" charset="-128"/>
              </a:rPr>
              <a:t>Students will</a:t>
            </a:r>
          </a:p>
          <a:p>
            <a:pPr eaLnBrk="1" hangingPunct="1"/>
            <a:endParaRPr lang="en-US" dirty="0">
              <a:latin typeface="Arial" charset="0"/>
              <a:ea typeface="ＭＳ Ｐゴシック" charset="-128"/>
            </a:endParaRP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Determine the number of ways two tasks can be done consecutively.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Determine the number of ways multiple tasks can be done successively.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Fundamental Counting Principle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Arial" charset="0"/>
                <a:ea typeface="ＭＳ Ｐゴシック" charset="-128"/>
              </a:rPr>
              <a:t>The Fundamental Counting Principle is also referred to as: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Fundamental Principle of Counting. OR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Multiplication Principle. OR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Counting Principle.  OR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Principle of Counting.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827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I Sing and Dance </a:t>
            </a:r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  <a:sym typeface="Wingdings" panose="05000000000000000000" pitchFamily="2" charset="2"/>
              </a:rPr>
              <a:t></a:t>
            </a:r>
            <a:endParaRPr lang="en-US" sz="4800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 sing tenor.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 sing bass.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 dance Ibo traditional dance.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 dance reggae dance.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 dance disco dance.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How many ways can I sing and dance?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8194" name="Picture 2" descr="C:\Users\Samuel\Pictures\samuelChukwuemek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724" y="142875"/>
            <a:ext cx="1438275" cy="141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305080" y="2057400"/>
              <a:ext cx="6654960" cy="42040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5720" y="2048040"/>
                <a:ext cx="6673680" cy="422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47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200" dirty="0" smtClean="0">
                <a:latin typeface="Bell MT" panose="02020503060305020303" pitchFamily="18" charset="0"/>
                <a:ea typeface="ＭＳ Ｐゴシック" charset="-128"/>
              </a:rPr>
              <a:t>The Fundamental Counting Principle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28850"/>
            <a:ext cx="8229600" cy="389731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States that: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If </a:t>
            </a:r>
          </a:p>
          <a:p>
            <a:pPr eaLnBrk="1" hangingPunct="1"/>
            <a:r>
              <a:rPr lang="en-US" b="1" u="sng" dirty="0" smtClean="0">
                <a:solidFill>
                  <a:srgbClr val="00B050"/>
                </a:solidFill>
                <a:latin typeface="Bell MT" panose="02020503060305020303" pitchFamily="18" charset="0"/>
                <a:ea typeface="ＭＳ Ｐゴシック" charset="-128"/>
              </a:rPr>
              <a:t>A task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can be done in </a:t>
            </a:r>
            <a:r>
              <a:rPr lang="en-US" b="1" dirty="0" smtClean="0">
                <a:solidFill>
                  <a:srgbClr val="F50736"/>
                </a:solidFill>
                <a:latin typeface="Bell MT" panose="02020503060305020303" pitchFamily="18" charset="0"/>
                <a:ea typeface="ＭＳ Ｐゴシック" charset="-128"/>
              </a:rPr>
              <a:t>A ways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and</a:t>
            </a:r>
          </a:p>
          <a:p>
            <a:pPr eaLnBrk="1" hangingPunct="1"/>
            <a:r>
              <a:rPr lang="en-US" b="1" u="sng" dirty="0" smtClean="0">
                <a:solidFill>
                  <a:srgbClr val="00B050"/>
                </a:solidFill>
                <a:latin typeface="Bell MT" panose="02020503060305020303" pitchFamily="18" charset="0"/>
                <a:ea typeface="ＭＳ Ｐゴシック" charset="-128"/>
              </a:rPr>
              <a:t>Another task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can be done in </a:t>
            </a:r>
            <a:r>
              <a:rPr lang="en-US" b="1" dirty="0" smtClean="0">
                <a:solidFill>
                  <a:srgbClr val="F50736"/>
                </a:solidFill>
                <a:latin typeface="Bell MT" panose="02020503060305020303" pitchFamily="18" charset="0"/>
                <a:ea typeface="ＭＳ Ｐゴシック" charset="-128"/>
              </a:rPr>
              <a:t>B ways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;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Then</a:t>
            </a:r>
          </a:p>
          <a:p>
            <a:pPr eaLnBrk="1" hangingPunct="1"/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</a:t>
            </a:r>
            <a:r>
              <a:rPr lang="en-US" b="1" u="sng" dirty="0" smtClean="0">
                <a:solidFill>
                  <a:srgbClr val="00B050"/>
                </a:solidFill>
                <a:latin typeface="Bell MT" panose="02020503060305020303" pitchFamily="18" charset="0"/>
                <a:ea typeface="ＭＳ Ｐゴシック" charset="-128"/>
              </a:rPr>
              <a:t>total number of ways of doing both tasks consecutively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is </a:t>
            </a:r>
            <a:r>
              <a:rPr lang="en-US" b="1" dirty="0" smtClean="0">
                <a:solidFill>
                  <a:srgbClr val="F50736"/>
                </a:solidFill>
                <a:latin typeface="Bell MT" panose="02020503060305020303" pitchFamily="18" charset="0"/>
                <a:ea typeface="ＭＳ Ｐゴシック" charset="-128"/>
              </a:rPr>
              <a:t>A * B ways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.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4746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000" dirty="0" smtClean="0">
                <a:latin typeface="Bell MT" panose="02020503060305020303" pitchFamily="18" charset="0"/>
                <a:ea typeface="ＭＳ Ｐゴシック" charset="-128"/>
              </a:rPr>
              <a:t>What if we have to do multiple tasks?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That leads us to the </a:t>
            </a:r>
            <a:r>
              <a:rPr lang="en-US" b="1" u="sng" dirty="0" smtClean="0">
                <a:latin typeface="Bell MT" panose="02020503060305020303" pitchFamily="18" charset="0"/>
                <a:ea typeface="ＭＳ Ｐゴシック" charset="-128"/>
              </a:rPr>
              <a:t>Generalized Multiplication Principle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.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This states that: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</a:t>
            </a:r>
            <a:r>
              <a:rPr lang="en-US" b="1" u="sng" dirty="0" smtClean="0">
                <a:solidFill>
                  <a:srgbClr val="00B050"/>
                </a:solidFill>
                <a:latin typeface="Bell MT" panose="02020503060305020303" pitchFamily="18" charset="0"/>
                <a:ea typeface="ＭＳ Ｐゴシック" charset="-128"/>
              </a:rPr>
              <a:t>total number of ways of doing multiple tasks in succession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is the </a:t>
            </a:r>
            <a:r>
              <a:rPr lang="en-US" b="1" u="sng" dirty="0" smtClean="0">
                <a:solidFill>
                  <a:srgbClr val="E83618"/>
                </a:solidFill>
                <a:latin typeface="Bell MT" panose="02020503060305020303" pitchFamily="18" charset="0"/>
                <a:ea typeface="ＭＳ Ｐゴシック" charset="-128"/>
              </a:rPr>
              <a:t>product of the number of ways of doing each task individually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.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483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1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Mr. C has two shirts – a black shirt and a white shirt. He has three pants – a black pant, a red pant, and a green pant. In how many ways can he dress up for work using any combination of shirt and pant?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20600" y="2063880"/>
              <a:ext cx="8249040" cy="4127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40" y="2054520"/>
                <a:ext cx="8267760" cy="414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3955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2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err="1" smtClean="0">
                <a:latin typeface="Bell MT" panose="02020503060305020303" pitchFamily="18" charset="0"/>
                <a:ea typeface="ＭＳ Ｐゴシック" charset="-128"/>
              </a:rPr>
              <a:t>Zinne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 Diners offers twelve main courses, five desserts and seven sides. How many ways can a person order a three-course meal?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4086225"/>
            <a:ext cx="2768600" cy="2036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041480" y="2724120"/>
              <a:ext cx="7264800" cy="16704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2120" y="2714760"/>
                <a:ext cx="7283520" cy="16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647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3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U.S social security number contains nine digits. How many different social security numbers are possible if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(a.) repetition of digits is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(b.) repetition of digits is not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(c.) the first number cannot begin with 0?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463" y="92074"/>
            <a:ext cx="2835275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371600" y="3378240"/>
              <a:ext cx="7093440" cy="29275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2240" y="3368880"/>
                <a:ext cx="7112160" cy="29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611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7800" y="371475"/>
            <a:ext cx="8775700" cy="1038225"/>
          </a:xfrm>
        </p:spPr>
        <p:txBody>
          <a:bodyPr/>
          <a:lstStyle/>
          <a:p>
            <a:r>
              <a:rPr lang="en-US" sz="4800" dirty="0" smtClean="0">
                <a:latin typeface="Bell MT" panose="02020503060305020303" pitchFamily="18" charset="0"/>
              </a:rPr>
              <a:t>Solution to Example 3</a:t>
            </a:r>
            <a:endParaRPr lang="en-US" sz="4800" dirty="0">
              <a:latin typeface="Bell MT" panose="02020503060305020303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58720" y="2279520"/>
              <a:ext cx="7112520" cy="2305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360" y="2270160"/>
                <a:ext cx="7131240" cy="232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6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4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The local seven-digit telephone numbers in Jacksonville, Alabama have 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256 </a:t>
            </a: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as the first three digits. How many different telephone numbers are possible in Jacksonville, Alabama?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338" y="3890963"/>
            <a:ext cx="11652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97120" y="4889520"/>
              <a:ext cx="4572360" cy="9273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7760" y="4880160"/>
                <a:ext cx="4591080" cy="94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559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5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You a taking a multiple choice question test that has 5 questions and 4 answer choices. You must attempt all questions and select one choice for each question. How many ways can you answer the questions?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49160" y="4699080"/>
              <a:ext cx="7436520" cy="19749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800" y="4689720"/>
                <a:ext cx="745524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2748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6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Sometimes, the value of a stock may go up, go down, or remain constant. Assume you own ten stocks, how many possibilities do you have?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998" y="3783423"/>
            <a:ext cx="2675051" cy="17355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07920" y="2876400"/>
              <a:ext cx="7766640" cy="38548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560" y="2867040"/>
                <a:ext cx="7785360" cy="387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194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7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In the original plan for area codes in 1945, the first digit could be any number from 2 through 9; the second digit was either 0 or 1; and the third digit could be any number except 0. How many different area codes are possible with this plan?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257480" y="5442120"/>
              <a:ext cx="6877080" cy="8002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8120" y="5432760"/>
                <a:ext cx="6895800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797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8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190749"/>
            <a:ext cx="8229600" cy="41433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Bell MT" panose="02020503060305020303" pitchFamily="18" charset="0"/>
                <a:ea typeface="ＭＳ Ｐゴシック" charset="-128"/>
              </a:rPr>
              <a:t>The new license plate of the State of Georgia has three letters followed by five numbers. How many license plates of this kind are possible if: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Bell MT" panose="02020503060305020303" pitchFamily="18" charset="0"/>
                <a:ea typeface="ＭＳ Ｐゴシック" charset="-128"/>
              </a:rPr>
              <a:t>(a.) repetition of letters and numbers is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Bell MT" panose="02020503060305020303" pitchFamily="18" charset="0"/>
                <a:ea typeface="ＭＳ Ｐゴシック" charset="-128"/>
              </a:rPr>
              <a:t>(b.) repetition of letters and numbers is not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Bell MT" panose="02020503060305020303" pitchFamily="18" charset="0"/>
                <a:ea typeface="ＭＳ Ｐゴシック" charset="-128"/>
              </a:rPr>
              <a:t>(c.) repetition of letters is allowed but the repetition of numbers is not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Bell MT" panose="02020503060305020303" pitchFamily="18" charset="0"/>
                <a:ea typeface="ＭＳ Ｐゴシック" charset="-128"/>
              </a:rPr>
              <a:t>(d.) repetition of letters is not allowed but the repetition of numbers is allowed?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sz="2800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sz="2800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381000"/>
            <a:ext cx="1905000" cy="952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965160" y="3054240"/>
              <a:ext cx="5334480" cy="576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5800" y="3044880"/>
                <a:ext cx="5353200" cy="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223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Solution toExample 8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190749"/>
            <a:ext cx="8229600" cy="41433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endParaRPr lang="en-US" sz="2800" dirty="0" smtClean="0">
              <a:latin typeface="Bell MT" panose="02020503060305020303" pitchFamily="18" charset="0"/>
              <a:ea typeface="ＭＳ Ｐゴシック" charset="-128"/>
            </a:endParaRPr>
          </a:p>
          <a:p>
            <a:pPr eaLnBrk="1" hangingPunct="1"/>
            <a:endParaRPr lang="en-US" sz="2800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475" y="381000"/>
            <a:ext cx="1905000" cy="9525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51040" y="2279520"/>
              <a:ext cx="7143840" cy="41090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1680" y="2270160"/>
                <a:ext cx="7162560" cy="412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61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9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C-Mart Stores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has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a new store in Two Egg, Florida. One of their employees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has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to paint the parking spaces with a letter of the alphabet and a single digit from 1 to 9.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The </a:t>
            </a:r>
            <a:r>
              <a:rPr lang="en-US" sz="3000" dirty="0" smtClean="0">
                <a:latin typeface="Bell MT" panose="02020503060305020303" pitchFamily="18" charset="0"/>
                <a:ea typeface="ＭＳ Ｐゴシック" charset="-128"/>
              </a:rPr>
              <a:t>first parking space is A1 and the last parking space is Z9. How many parking spaces can be painted with distinct labels? 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2085" y="66675"/>
            <a:ext cx="3787140" cy="148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231920" y="4191120"/>
              <a:ext cx="5499360" cy="16704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2560" y="4181760"/>
                <a:ext cx="5518080" cy="168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415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Example 10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295526"/>
            <a:ext cx="8229600" cy="38306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 smtClean="0">
                <a:latin typeface="Bell MT" panose="02020503060305020303" pitchFamily="18" charset="0"/>
                <a:ea typeface="ＭＳ Ｐゴシック" charset="-128"/>
              </a:rPr>
              <a:t>How many different five-letter radio station call letters can be formed if the first letter must be S or C?</a:t>
            </a: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3305175"/>
            <a:ext cx="3533774" cy="2676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907920" y="3746520"/>
              <a:ext cx="3683520" cy="10926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560" y="3737160"/>
                <a:ext cx="3702240" cy="111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608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el 21"/>
          <p:cNvSpPr>
            <a:spLocks noGrp="1"/>
          </p:cNvSpPr>
          <p:nvPr>
            <p:ph type="title"/>
          </p:nvPr>
        </p:nvSpPr>
        <p:spPr bwMode="auto">
          <a:xfrm>
            <a:off x="177799" y="515937"/>
            <a:ext cx="8804275" cy="788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800" dirty="0" smtClean="0">
                <a:latin typeface="Bell MT" panose="02020503060305020303" pitchFamily="18" charset="0"/>
                <a:ea typeface="ＭＳ Ｐゴシック" charset="-128"/>
              </a:rPr>
              <a:t>References</a:t>
            </a:r>
          </a:p>
        </p:txBody>
      </p:sp>
      <p:sp>
        <p:nvSpPr>
          <p:cNvPr id="31749" name="Pladsholder til indhold 22"/>
          <p:cNvSpPr>
            <a:spLocks noGrp="1"/>
          </p:cNvSpPr>
          <p:nvPr>
            <p:ph idx="1"/>
          </p:nvPr>
        </p:nvSpPr>
        <p:spPr bwMode="auto">
          <a:xfrm>
            <a:off x="457200" y="2171700"/>
            <a:ext cx="8229600" cy="3954464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20040" lvl="0" indent="-320040" defTabSz="914400" fontAlgn="auto">
              <a:spcBef>
                <a:spcPts val="700"/>
              </a:spcBef>
              <a:spcAft>
                <a:spcPts val="0"/>
              </a:spcAft>
              <a:buClr>
                <a:srgbClr val="FEB80A"/>
              </a:buClr>
              <a:buSzPct val="60000"/>
              <a:buFont typeface="Wingdings" pitchFamily="2" charset="2"/>
              <a:buChar char="Ø"/>
            </a:pP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</a:rPr>
              <a:t>Blitzer, R. (2015). </a:t>
            </a:r>
            <a:r>
              <a:rPr lang="en-US" sz="2900" i="1" dirty="0">
                <a:solidFill>
                  <a:prstClr val="black"/>
                </a:solidFill>
                <a:latin typeface="Tw Cen MT"/>
                <a:ea typeface="+mn-ea"/>
              </a:rPr>
              <a:t>Thinking Mathematically Plus New </a:t>
            </a:r>
            <a:r>
              <a:rPr lang="en-US" sz="2900" i="1" dirty="0" err="1">
                <a:solidFill>
                  <a:prstClr val="black"/>
                </a:solidFill>
                <a:latin typeface="Tw Cen MT"/>
                <a:ea typeface="+mn-ea"/>
              </a:rPr>
              <a:t>Mymathlab</a:t>
            </a:r>
            <a:r>
              <a:rPr lang="en-US" sz="2900" i="1" dirty="0">
                <a:solidFill>
                  <a:prstClr val="black"/>
                </a:solidFill>
                <a:latin typeface="Tw Cen MT"/>
                <a:ea typeface="+mn-ea"/>
              </a:rPr>
              <a:t> With Pearson </a:t>
            </a:r>
            <a:r>
              <a:rPr lang="en-US" sz="2900" i="1" dirty="0" err="1">
                <a:solidFill>
                  <a:prstClr val="black"/>
                </a:solidFill>
                <a:latin typeface="Tw Cen MT"/>
                <a:ea typeface="+mn-ea"/>
              </a:rPr>
              <a:t>Etext</a:t>
            </a:r>
            <a:r>
              <a:rPr lang="en-US" sz="2900" i="1" dirty="0">
                <a:solidFill>
                  <a:prstClr val="black"/>
                </a:solidFill>
                <a:latin typeface="Tw Cen MT"/>
                <a:ea typeface="+mn-ea"/>
              </a:rPr>
              <a:t> Access Card.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</a:rPr>
              <a:t> 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</a:rPr>
              <a:t>(6</a:t>
            </a:r>
            <a:r>
              <a:rPr lang="en-US" sz="2900" baseline="30000" dirty="0" smtClean="0">
                <a:solidFill>
                  <a:prstClr val="black"/>
                </a:solidFill>
                <a:latin typeface="Tw Cen MT"/>
                <a:ea typeface="+mn-ea"/>
              </a:rPr>
              <a:t>th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</a:rPr>
              <a:t> ed.). Pearson 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</a:rPr>
              <a:t>College Div. </a:t>
            </a:r>
          </a:p>
          <a:p>
            <a:pPr marL="320040" lvl="0" indent="-320040" defTabSz="914400" fontAlgn="auto">
              <a:spcBef>
                <a:spcPts val="700"/>
              </a:spcBef>
              <a:spcAft>
                <a:spcPts val="0"/>
              </a:spcAft>
              <a:buClr>
                <a:srgbClr val="FEB80A"/>
              </a:buClr>
              <a:buSzPct val="60000"/>
              <a:buFont typeface="Wingdings" pitchFamily="2" charset="2"/>
              <a:buChar char="Ø"/>
            </a:pP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</a:rPr>
              <a:t>Images 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</a:rPr>
              <a:t>taken from 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  <a:hlinkClick r:id="rId2"/>
              </a:rPr>
              <a:t>http://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  <a:hlinkClick r:id="rId2"/>
              </a:rPr>
              <a:t>georgia.gov/blog/2012-05-16/new-license-plates-available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</a:rPr>
              <a:t>; 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  <a:hlinkClick r:id="rId3"/>
              </a:rPr>
              <a:t>http://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  <a:hlinkClick r:id="rId3"/>
              </a:rPr>
              <a:t>office.microsoft.com/en-us/images/business-CM079001906.aspx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</a:rPr>
              <a:t>; </a:t>
            </a:r>
            <a:r>
              <a:rPr lang="en-US" sz="2900" dirty="0" smtClean="0">
                <a:solidFill>
                  <a:prstClr val="black"/>
                </a:solidFill>
                <a:latin typeface="Tw Cen MT"/>
                <a:ea typeface="+mn-ea"/>
                <a:hlinkClick r:id="rId4"/>
              </a:rPr>
              <a:t>http</a:t>
            </a:r>
            <a:r>
              <a:rPr lang="en-US" sz="2900" dirty="0">
                <a:solidFill>
                  <a:prstClr val="black"/>
                </a:solidFill>
                <a:latin typeface="Tw Cen MT"/>
                <a:ea typeface="+mn-ea"/>
                <a:hlinkClick r:id="rId4"/>
              </a:rPr>
              <a:t>://en.wikipedia.org/wiki/</a:t>
            </a:r>
            <a:endParaRPr lang="en-US" sz="2900" dirty="0">
              <a:solidFill>
                <a:prstClr val="black"/>
              </a:solidFill>
              <a:latin typeface="Tw Cen MT"/>
              <a:ea typeface="+mn-ea"/>
            </a:endParaRPr>
          </a:p>
          <a:p>
            <a:pPr eaLnBrk="1" hangingPunct="1"/>
            <a:endParaRPr lang="en-US" dirty="0" smtClean="0">
              <a:latin typeface="Bell MT" panose="02020503060305020303" pitchFamily="18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675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deshop_Done Deal">
  <a:themeElements>
    <a:clrScheme name="Brugerdefineret 6">
      <a:dk1>
        <a:srgbClr val="FFFCF9"/>
      </a:dk1>
      <a:lt1>
        <a:sysClr val="window" lastClr="FFFFFF"/>
      </a:lt1>
      <a:dk2>
        <a:srgbClr val="D7D8D9"/>
      </a:dk2>
      <a:lt2>
        <a:srgbClr val="FFFFFF"/>
      </a:lt2>
      <a:accent1>
        <a:srgbClr val="E6E6E6"/>
      </a:accent1>
      <a:accent2>
        <a:srgbClr val="F9AF18"/>
      </a:accent2>
      <a:accent3>
        <a:srgbClr val="78C5DD"/>
      </a:accent3>
      <a:accent4>
        <a:srgbClr val="0081BE"/>
      </a:accent4>
      <a:accent5>
        <a:srgbClr val="FAB900"/>
      </a:accent5>
      <a:accent6>
        <a:srgbClr val="E7711C"/>
      </a:accent6>
      <a:hlink>
        <a:srgbClr val="7EB220"/>
      </a:hlink>
      <a:folHlink>
        <a:srgbClr val="7EB2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76E7517-0EE9-49CF-990D-9186DC27E5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Slideshop_Done Deal</Template>
  <TotalTime>535</TotalTime>
  <Words>733</Words>
  <Application>Microsoft Office PowerPoint</Application>
  <PresentationFormat>On-screen Show (4:3)</PresentationFormat>
  <Paragraphs>65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Slideshop_Done Deal</vt:lpstr>
      <vt:lpstr>PowerPoint Presentation</vt:lpstr>
      <vt:lpstr>Objectives</vt:lpstr>
      <vt:lpstr>Fundamental Counting Principle</vt:lpstr>
      <vt:lpstr>I Sing and Dance </vt:lpstr>
      <vt:lpstr>The Fundamental Counting Principle</vt:lpstr>
      <vt:lpstr>What if we have to do multiple tasks?</vt:lpstr>
      <vt:lpstr>Example 1</vt:lpstr>
      <vt:lpstr>Example 2</vt:lpstr>
      <vt:lpstr>Example 3</vt:lpstr>
      <vt:lpstr>Solution to Example 3</vt:lpstr>
      <vt:lpstr>Example 4</vt:lpstr>
      <vt:lpstr>Example 5</vt:lpstr>
      <vt:lpstr>Example 6</vt:lpstr>
      <vt:lpstr>Example 7</vt:lpstr>
      <vt:lpstr>Example 8</vt:lpstr>
      <vt:lpstr>Solution toExample 8</vt:lpstr>
      <vt:lpstr>Example 9</vt:lpstr>
      <vt:lpstr>Example 10</vt:lpstr>
      <vt:lpstr>References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Chukwuemeka</dc:creator>
  <cp:lastModifiedBy>Samuel Chukwuemeka</cp:lastModifiedBy>
  <cp:revision>114</cp:revision>
  <dcterms:created xsi:type="dcterms:W3CDTF">2014-10-22T22:19:30Z</dcterms:created>
  <dcterms:modified xsi:type="dcterms:W3CDTF">2014-11-03T07:59:03Z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TC018754869991</vt:lpwstr>
  </property>
</Properties>
</file>